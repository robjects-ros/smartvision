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73" r:id="rId5"/>
    <p:sldId id="261" r:id="rId6"/>
    <p:sldId id="262" r:id="rId7"/>
    <p:sldId id="263" r:id="rId8"/>
    <p:sldId id="266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1"/>
    <p:restoredTop sz="94655"/>
  </p:normalViewPr>
  <p:slideViewPr>
    <p:cSldViewPr snapToGrid="0">
      <p:cViewPr varScale="1">
        <p:scale>
          <a:sx n="94" d="100"/>
          <a:sy n="94" d="100"/>
        </p:scale>
        <p:origin x="35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hboomTechnology/dofbot-Pi.git" TargetMode="External"/><Relationship Id="rId1" Type="http://schemas.openxmlformats.org/officeDocument/2006/relationships/hyperlink" Target="https://github.com/Robjects-ROS/SmartVision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hboomTechnology/dofbot-Pi.git" TargetMode="External"/><Relationship Id="rId1" Type="http://schemas.openxmlformats.org/officeDocument/2006/relationships/hyperlink" Target="https://github.com/Robjects-ROS/SmartVisio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4156E6-2D68-44DE-8E50-1EA0E8B1B2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00A0A3-35E6-4E0B-87B9-933A1DF33E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Manual transfer of color-coded notes to digital platforms</a:t>
          </a:r>
          <a:endParaRPr lang="en-US"/>
        </a:p>
      </dgm:t>
    </dgm:pt>
    <dgm:pt modelId="{9F3FAACF-E662-4E69-AEE2-550747418448}" type="parTrans" cxnId="{74655271-5495-4D6B-AFE7-815C64C96424}">
      <dgm:prSet/>
      <dgm:spPr/>
      <dgm:t>
        <a:bodyPr/>
        <a:lstStyle/>
        <a:p>
          <a:endParaRPr lang="en-US"/>
        </a:p>
      </dgm:t>
    </dgm:pt>
    <dgm:pt modelId="{547E1F9A-8083-49BF-8825-CCE626FF85BD}" type="sibTrans" cxnId="{74655271-5495-4D6B-AFE7-815C64C96424}">
      <dgm:prSet/>
      <dgm:spPr/>
      <dgm:t>
        <a:bodyPr/>
        <a:lstStyle/>
        <a:p>
          <a:endParaRPr lang="en-US"/>
        </a:p>
      </dgm:t>
    </dgm:pt>
    <dgm:pt modelId="{88E06575-CA7D-46E4-8B39-9111B4F24E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40% memory loss from disorganized information (SSRN Paper 14)</a:t>
          </a:r>
          <a:endParaRPr lang="en-US"/>
        </a:p>
      </dgm:t>
    </dgm:pt>
    <dgm:pt modelId="{AB4A99B5-FBD2-494D-B004-85DCD314AAD2}" type="parTrans" cxnId="{B2163DDC-F774-4AB1-9397-FAFE5C50DA23}">
      <dgm:prSet/>
      <dgm:spPr/>
      <dgm:t>
        <a:bodyPr/>
        <a:lstStyle/>
        <a:p>
          <a:endParaRPr lang="en-US"/>
        </a:p>
      </dgm:t>
    </dgm:pt>
    <dgm:pt modelId="{2180301B-F923-4C9F-B71E-201CF1A301E3}" type="sibTrans" cxnId="{B2163DDC-F774-4AB1-9397-FAFE5C50DA23}">
      <dgm:prSet/>
      <dgm:spPr/>
      <dgm:t>
        <a:bodyPr/>
        <a:lstStyle/>
        <a:p>
          <a:endParaRPr lang="en-US"/>
        </a:p>
      </dgm:t>
    </dgm:pt>
    <dgm:pt modelId="{6E4BAB58-A439-4FC0-8565-AA4ECCBCE1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No system linking physical/digital learning tools</a:t>
          </a:r>
          <a:endParaRPr lang="en-US"/>
        </a:p>
      </dgm:t>
    </dgm:pt>
    <dgm:pt modelId="{D44858C6-1D05-4DAA-892F-88702B393224}" type="parTrans" cxnId="{8ED8FAAC-ADF6-4FC7-A29A-C1C97CBD0650}">
      <dgm:prSet/>
      <dgm:spPr/>
      <dgm:t>
        <a:bodyPr/>
        <a:lstStyle/>
        <a:p>
          <a:endParaRPr lang="en-US"/>
        </a:p>
      </dgm:t>
    </dgm:pt>
    <dgm:pt modelId="{2E761AA9-1515-4C0B-A81C-B050C2A1D555}" type="sibTrans" cxnId="{8ED8FAAC-ADF6-4FC7-A29A-C1C97CBD0650}">
      <dgm:prSet/>
      <dgm:spPr/>
      <dgm:t>
        <a:bodyPr/>
        <a:lstStyle/>
        <a:p>
          <a:endParaRPr lang="en-US"/>
        </a:p>
      </dgm:t>
    </dgm:pt>
    <dgm:pt modelId="{A00DFF55-88D6-4918-8AC9-7E3A0412CE20}" type="pres">
      <dgm:prSet presAssocID="{344156E6-2D68-44DE-8E50-1EA0E8B1B2F7}" presName="root" presStyleCnt="0">
        <dgm:presLayoutVars>
          <dgm:dir/>
          <dgm:resizeHandles val="exact"/>
        </dgm:presLayoutVars>
      </dgm:prSet>
      <dgm:spPr/>
    </dgm:pt>
    <dgm:pt modelId="{9B9F7192-BFBE-40FB-B1D0-0C2580DD56CD}" type="pres">
      <dgm:prSet presAssocID="{D300A0A3-35E6-4E0B-87B9-933A1DF33EF6}" presName="compNode" presStyleCnt="0"/>
      <dgm:spPr/>
    </dgm:pt>
    <dgm:pt modelId="{3DDC1F39-13AC-44D3-8A0C-ADBF9B5C676D}" type="pres">
      <dgm:prSet presAssocID="{D300A0A3-35E6-4E0B-87B9-933A1DF33EF6}" presName="bgRect" presStyleLbl="bgShp" presStyleIdx="0" presStyleCnt="3"/>
      <dgm:spPr/>
    </dgm:pt>
    <dgm:pt modelId="{8986CCE0-D7F2-4F40-B5F9-AC30412610F0}" type="pres">
      <dgm:prSet presAssocID="{D300A0A3-35E6-4E0B-87B9-933A1DF33E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9A8437A6-872B-4F2F-8D37-D724C00615EC}" type="pres">
      <dgm:prSet presAssocID="{D300A0A3-35E6-4E0B-87B9-933A1DF33EF6}" presName="spaceRect" presStyleCnt="0"/>
      <dgm:spPr/>
    </dgm:pt>
    <dgm:pt modelId="{16247061-59C4-43D2-978A-E680C34253F7}" type="pres">
      <dgm:prSet presAssocID="{D300A0A3-35E6-4E0B-87B9-933A1DF33EF6}" presName="parTx" presStyleLbl="revTx" presStyleIdx="0" presStyleCnt="3">
        <dgm:presLayoutVars>
          <dgm:chMax val="0"/>
          <dgm:chPref val="0"/>
        </dgm:presLayoutVars>
      </dgm:prSet>
      <dgm:spPr/>
    </dgm:pt>
    <dgm:pt modelId="{CFD56D81-DC98-4CB9-B990-1410B5F63401}" type="pres">
      <dgm:prSet presAssocID="{547E1F9A-8083-49BF-8825-CCE626FF85BD}" presName="sibTrans" presStyleCnt="0"/>
      <dgm:spPr/>
    </dgm:pt>
    <dgm:pt modelId="{C9497474-F780-4EC5-ADEE-EA10246ED0F2}" type="pres">
      <dgm:prSet presAssocID="{88E06575-CA7D-46E4-8B39-9111B4F24E4A}" presName="compNode" presStyleCnt="0"/>
      <dgm:spPr/>
    </dgm:pt>
    <dgm:pt modelId="{80DFA22C-0489-49CB-8F09-A6802766E41A}" type="pres">
      <dgm:prSet presAssocID="{88E06575-CA7D-46E4-8B39-9111B4F24E4A}" presName="bgRect" presStyleLbl="bgShp" presStyleIdx="1" presStyleCnt="3"/>
      <dgm:spPr/>
    </dgm:pt>
    <dgm:pt modelId="{BE32ED9A-71F7-42EA-AFFA-06B12FCBC5F3}" type="pres">
      <dgm:prSet presAssocID="{88E06575-CA7D-46E4-8B39-9111B4F24E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EBA8B7D-FDAD-4D88-A6CA-2F11C6949ACA}" type="pres">
      <dgm:prSet presAssocID="{88E06575-CA7D-46E4-8B39-9111B4F24E4A}" presName="spaceRect" presStyleCnt="0"/>
      <dgm:spPr/>
    </dgm:pt>
    <dgm:pt modelId="{F4A98E1B-EC52-4808-A91F-86EFEEE2018F}" type="pres">
      <dgm:prSet presAssocID="{88E06575-CA7D-46E4-8B39-9111B4F24E4A}" presName="parTx" presStyleLbl="revTx" presStyleIdx="1" presStyleCnt="3">
        <dgm:presLayoutVars>
          <dgm:chMax val="0"/>
          <dgm:chPref val="0"/>
        </dgm:presLayoutVars>
      </dgm:prSet>
      <dgm:spPr/>
    </dgm:pt>
    <dgm:pt modelId="{C7B94041-CB35-4547-A3D5-4F818CE2576E}" type="pres">
      <dgm:prSet presAssocID="{2180301B-F923-4C9F-B71E-201CF1A301E3}" presName="sibTrans" presStyleCnt="0"/>
      <dgm:spPr/>
    </dgm:pt>
    <dgm:pt modelId="{3B4A2EA0-D5AF-416A-BD88-86C7311EE0C2}" type="pres">
      <dgm:prSet presAssocID="{6E4BAB58-A439-4FC0-8565-AA4ECCBCE130}" presName="compNode" presStyleCnt="0"/>
      <dgm:spPr/>
    </dgm:pt>
    <dgm:pt modelId="{1EF222A7-C05B-42BA-9884-8AC05268D390}" type="pres">
      <dgm:prSet presAssocID="{6E4BAB58-A439-4FC0-8565-AA4ECCBCE130}" presName="bgRect" presStyleLbl="bgShp" presStyleIdx="2" presStyleCnt="3"/>
      <dgm:spPr/>
    </dgm:pt>
    <dgm:pt modelId="{F8CFC3E5-8067-49F6-A5F0-6C472390E827}" type="pres">
      <dgm:prSet presAssocID="{6E4BAB58-A439-4FC0-8565-AA4ECCBCE1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95D1ACF0-1BA3-4F2C-994F-65B373B041FC}" type="pres">
      <dgm:prSet presAssocID="{6E4BAB58-A439-4FC0-8565-AA4ECCBCE130}" presName="spaceRect" presStyleCnt="0"/>
      <dgm:spPr/>
    </dgm:pt>
    <dgm:pt modelId="{E3D9E998-8588-4378-9895-C68B98647A97}" type="pres">
      <dgm:prSet presAssocID="{6E4BAB58-A439-4FC0-8565-AA4ECCBCE1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4655271-5495-4D6B-AFE7-815C64C96424}" srcId="{344156E6-2D68-44DE-8E50-1EA0E8B1B2F7}" destId="{D300A0A3-35E6-4E0B-87B9-933A1DF33EF6}" srcOrd="0" destOrd="0" parTransId="{9F3FAACF-E662-4E69-AEE2-550747418448}" sibTransId="{547E1F9A-8083-49BF-8825-CCE626FF85BD}"/>
    <dgm:cxn modelId="{8ED8FAAC-ADF6-4FC7-A29A-C1C97CBD0650}" srcId="{344156E6-2D68-44DE-8E50-1EA0E8B1B2F7}" destId="{6E4BAB58-A439-4FC0-8565-AA4ECCBCE130}" srcOrd="2" destOrd="0" parTransId="{D44858C6-1D05-4DAA-892F-88702B393224}" sibTransId="{2E761AA9-1515-4C0B-A81C-B050C2A1D555}"/>
    <dgm:cxn modelId="{E97BE6B6-5204-754E-98EE-CEC85105B677}" type="presOf" srcId="{6E4BAB58-A439-4FC0-8565-AA4ECCBCE130}" destId="{E3D9E998-8588-4378-9895-C68B98647A97}" srcOrd="0" destOrd="0" presId="urn:microsoft.com/office/officeart/2018/2/layout/IconVerticalSolidList"/>
    <dgm:cxn modelId="{B2163DDC-F774-4AB1-9397-FAFE5C50DA23}" srcId="{344156E6-2D68-44DE-8E50-1EA0E8B1B2F7}" destId="{88E06575-CA7D-46E4-8B39-9111B4F24E4A}" srcOrd="1" destOrd="0" parTransId="{AB4A99B5-FBD2-494D-B004-85DCD314AAD2}" sibTransId="{2180301B-F923-4C9F-B71E-201CF1A301E3}"/>
    <dgm:cxn modelId="{768AEFF5-663D-1F4D-9DC8-EBA05AA45FEE}" type="presOf" srcId="{88E06575-CA7D-46E4-8B39-9111B4F24E4A}" destId="{F4A98E1B-EC52-4808-A91F-86EFEEE2018F}" srcOrd="0" destOrd="0" presId="urn:microsoft.com/office/officeart/2018/2/layout/IconVerticalSolidList"/>
    <dgm:cxn modelId="{3452EAF7-3301-8341-A71D-00217EC794C6}" type="presOf" srcId="{D300A0A3-35E6-4E0B-87B9-933A1DF33EF6}" destId="{16247061-59C4-43D2-978A-E680C34253F7}" srcOrd="0" destOrd="0" presId="urn:microsoft.com/office/officeart/2018/2/layout/IconVerticalSolidList"/>
    <dgm:cxn modelId="{649DF8F8-C732-AA42-A69A-BDC650577D41}" type="presOf" srcId="{344156E6-2D68-44DE-8E50-1EA0E8B1B2F7}" destId="{A00DFF55-88D6-4918-8AC9-7E3A0412CE20}" srcOrd="0" destOrd="0" presId="urn:microsoft.com/office/officeart/2018/2/layout/IconVerticalSolidList"/>
    <dgm:cxn modelId="{3E46A611-03E3-134A-BC6D-4AF4BDD313E9}" type="presParOf" srcId="{A00DFF55-88D6-4918-8AC9-7E3A0412CE20}" destId="{9B9F7192-BFBE-40FB-B1D0-0C2580DD56CD}" srcOrd="0" destOrd="0" presId="urn:microsoft.com/office/officeart/2018/2/layout/IconVerticalSolidList"/>
    <dgm:cxn modelId="{72612AFD-E5D6-5343-AED7-4F53A22E6C16}" type="presParOf" srcId="{9B9F7192-BFBE-40FB-B1D0-0C2580DD56CD}" destId="{3DDC1F39-13AC-44D3-8A0C-ADBF9B5C676D}" srcOrd="0" destOrd="0" presId="urn:microsoft.com/office/officeart/2018/2/layout/IconVerticalSolidList"/>
    <dgm:cxn modelId="{15B3537C-9332-9040-B03B-A10A5F57E82B}" type="presParOf" srcId="{9B9F7192-BFBE-40FB-B1D0-0C2580DD56CD}" destId="{8986CCE0-D7F2-4F40-B5F9-AC30412610F0}" srcOrd="1" destOrd="0" presId="urn:microsoft.com/office/officeart/2018/2/layout/IconVerticalSolidList"/>
    <dgm:cxn modelId="{7DCDDFAE-B8C9-8E47-81EB-435048448581}" type="presParOf" srcId="{9B9F7192-BFBE-40FB-B1D0-0C2580DD56CD}" destId="{9A8437A6-872B-4F2F-8D37-D724C00615EC}" srcOrd="2" destOrd="0" presId="urn:microsoft.com/office/officeart/2018/2/layout/IconVerticalSolidList"/>
    <dgm:cxn modelId="{AADD4139-7B0B-F547-A36A-041529449D11}" type="presParOf" srcId="{9B9F7192-BFBE-40FB-B1D0-0C2580DD56CD}" destId="{16247061-59C4-43D2-978A-E680C34253F7}" srcOrd="3" destOrd="0" presId="urn:microsoft.com/office/officeart/2018/2/layout/IconVerticalSolidList"/>
    <dgm:cxn modelId="{105247D9-8F47-664F-B883-7DA69CE7C013}" type="presParOf" srcId="{A00DFF55-88D6-4918-8AC9-7E3A0412CE20}" destId="{CFD56D81-DC98-4CB9-B990-1410B5F63401}" srcOrd="1" destOrd="0" presId="urn:microsoft.com/office/officeart/2018/2/layout/IconVerticalSolidList"/>
    <dgm:cxn modelId="{8E7847A9-3B85-AF40-9C62-37D7BAFDD605}" type="presParOf" srcId="{A00DFF55-88D6-4918-8AC9-7E3A0412CE20}" destId="{C9497474-F780-4EC5-ADEE-EA10246ED0F2}" srcOrd="2" destOrd="0" presId="urn:microsoft.com/office/officeart/2018/2/layout/IconVerticalSolidList"/>
    <dgm:cxn modelId="{9403B93F-B3EE-8D4C-80ED-BB23ED20BE58}" type="presParOf" srcId="{C9497474-F780-4EC5-ADEE-EA10246ED0F2}" destId="{80DFA22C-0489-49CB-8F09-A6802766E41A}" srcOrd="0" destOrd="0" presId="urn:microsoft.com/office/officeart/2018/2/layout/IconVerticalSolidList"/>
    <dgm:cxn modelId="{7F1CF90E-24D0-DA42-8482-D346674EB413}" type="presParOf" srcId="{C9497474-F780-4EC5-ADEE-EA10246ED0F2}" destId="{BE32ED9A-71F7-42EA-AFFA-06B12FCBC5F3}" srcOrd="1" destOrd="0" presId="urn:microsoft.com/office/officeart/2018/2/layout/IconVerticalSolidList"/>
    <dgm:cxn modelId="{D2DB7738-139F-2C4F-A246-977DCF6B2482}" type="presParOf" srcId="{C9497474-F780-4EC5-ADEE-EA10246ED0F2}" destId="{EEBA8B7D-FDAD-4D88-A6CA-2F11C6949ACA}" srcOrd="2" destOrd="0" presId="urn:microsoft.com/office/officeart/2018/2/layout/IconVerticalSolidList"/>
    <dgm:cxn modelId="{6F447CF4-F9E2-3148-8EFB-0F1DF1B8C8EE}" type="presParOf" srcId="{C9497474-F780-4EC5-ADEE-EA10246ED0F2}" destId="{F4A98E1B-EC52-4808-A91F-86EFEEE2018F}" srcOrd="3" destOrd="0" presId="urn:microsoft.com/office/officeart/2018/2/layout/IconVerticalSolidList"/>
    <dgm:cxn modelId="{21D46B52-7AB8-0842-B748-5471EF8F09A2}" type="presParOf" srcId="{A00DFF55-88D6-4918-8AC9-7E3A0412CE20}" destId="{C7B94041-CB35-4547-A3D5-4F818CE2576E}" srcOrd="3" destOrd="0" presId="urn:microsoft.com/office/officeart/2018/2/layout/IconVerticalSolidList"/>
    <dgm:cxn modelId="{DDEC9122-C104-1C4D-9C62-2B19C397FDFA}" type="presParOf" srcId="{A00DFF55-88D6-4918-8AC9-7E3A0412CE20}" destId="{3B4A2EA0-D5AF-416A-BD88-86C7311EE0C2}" srcOrd="4" destOrd="0" presId="urn:microsoft.com/office/officeart/2018/2/layout/IconVerticalSolidList"/>
    <dgm:cxn modelId="{E4ABC4E9-884F-994E-843E-E013F0F36E58}" type="presParOf" srcId="{3B4A2EA0-D5AF-416A-BD88-86C7311EE0C2}" destId="{1EF222A7-C05B-42BA-9884-8AC05268D390}" srcOrd="0" destOrd="0" presId="urn:microsoft.com/office/officeart/2018/2/layout/IconVerticalSolidList"/>
    <dgm:cxn modelId="{518E9248-2F84-CE49-B07C-52251C1D6F37}" type="presParOf" srcId="{3B4A2EA0-D5AF-416A-BD88-86C7311EE0C2}" destId="{F8CFC3E5-8067-49F6-A5F0-6C472390E827}" srcOrd="1" destOrd="0" presId="urn:microsoft.com/office/officeart/2018/2/layout/IconVerticalSolidList"/>
    <dgm:cxn modelId="{71D032DA-D507-4747-AA71-1523F4ACC11D}" type="presParOf" srcId="{3B4A2EA0-D5AF-416A-BD88-86C7311EE0C2}" destId="{95D1ACF0-1BA3-4F2C-994F-65B373B041FC}" srcOrd="2" destOrd="0" presId="urn:microsoft.com/office/officeart/2018/2/layout/IconVerticalSolidList"/>
    <dgm:cxn modelId="{92AB0ED4-7F53-5A4C-950C-742081286140}" type="presParOf" srcId="{3B4A2EA0-D5AF-416A-BD88-86C7311EE0C2}" destId="{E3D9E998-8588-4378-9895-C68B98647A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916E37-495A-9644-A415-CF8EBF3680D4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F5DB40-89C4-B34D-8AEA-84FFC7AEA101}">
      <dgm:prSet phldrT="[Text]"/>
      <dgm:spPr/>
      <dgm:t>
        <a:bodyPr/>
        <a:lstStyle/>
        <a:p>
          <a:r>
            <a:rPr lang="en-US" dirty="0"/>
            <a:t>Physical Note</a:t>
          </a:r>
        </a:p>
      </dgm:t>
    </dgm:pt>
    <dgm:pt modelId="{FFBB021C-8263-6146-BBE4-C5A64AF48774}" type="parTrans" cxnId="{11BEFD2F-BA0C-BC47-9089-5AEE3FF756C8}">
      <dgm:prSet/>
      <dgm:spPr/>
      <dgm:t>
        <a:bodyPr/>
        <a:lstStyle/>
        <a:p>
          <a:endParaRPr lang="en-US"/>
        </a:p>
      </dgm:t>
    </dgm:pt>
    <dgm:pt modelId="{0BD78C57-9CB0-354F-8AED-3A0734E49585}" type="sibTrans" cxnId="{11BEFD2F-BA0C-BC47-9089-5AEE3FF756C8}">
      <dgm:prSet/>
      <dgm:spPr/>
      <dgm:t>
        <a:bodyPr/>
        <a:lstStyle/>
        <a:p>
          <a:endParaRPr lang="en-US"/>
        </a:p>
      </dgm:t>
    </dgm:pt>
    <dgm:pt modelId="{20EBBB3F-DB18-3547-90B5-F213A2498ADA}">
      <dgm:prSet phldrT="[Text]"/>
      <dgm:spPr/>
      <dgm:t>
        <a:bodyPr/>
        <a:lstStyle/>
        <a:p>
          <a:r>
            <a:rPr lang="en-US" dirty="0"/>
            <a:t>Camera Capture</a:t>
          </a:r>
        </a:p>
      </dgm:t>
    </dgm:pt>
    <dgm:pt modelId="{7539F616-AC29-A247-9EB8-81D7AD7789AE}" type="parTrans" cxnId="{591FA5CC-1B70-DF4C-9696-B66AA510575C}">
      <dgm:prSet/>
      <dgm:spPr/>
      <dgm:t>
        <a:bodyPr/>
        <a:lstStyle/>
        <a:p>
          <a:endParaRPr lang="en-US"/>
        </a:p>
      </dgm:t>
    </dgm:pt>
    <dgm:pt modelId="{6738197C-9753-824D-B615-AA49B9526EDC}" type="sibTrans" cxnId="{591FA5CC-1B70-DF4C-9696-B66AA510575C}">
      <dgm:prSet/>
      <dgm:spPr/>
      <dgm:t>
        <a:bodyPr/>
        <a:lstStyle/>
        <a:p>
          <a:endParaRPr lang="en-US"/>
        </a:p>
      </dgm:t>
    </dgm:pt>
    <dgm:pt modelId="{9A7B7D15-0310-F540-85C2-7FBC0495AF49}">
      <dgm:prSet phldrT="[Text]"/>
      <dgm:spPr/>
      <dgm:t>
        <a:bodyPr/>
        <a:lstStyle/>
        <a:p>
          <a:r>
            <a:rPr lang="en-US" dirty="0"/>
            <a:t>OpenCV Color Detection</a:t>
          </a:r>
        </a:p>
      </dgm:t>
    </dgm:pt>
    <dgm:pt modelId="{375455BE-8490-1345-9CD1-AC1DEE44000A}" type="parTrans" cxnId="{8C27C465-290F-9940-AB86-331B4219B10A}">
      <dgm:prSet/>
      <dgm:spPr/>
      <dgm:t>
        <a:bodyPr/>
        <a:lstStyle/>
        <a:p>
          <a:endParaRPr lang="en-US"/>
        </a:p>
      </dgm:t>
    </dgm:pt>
    <dgm:pt modelId="{5CD04C9D-385D-BB47-BCC3-575295C21C40}" type="sibTrans" cxnId="{8C27C465-290F-9940-AB86-331B4219B10A}">
      <dgm:prSet/>
      <dgm:spPr/>
      <dgm:t>
        <a:bodyPr/>
        <a:lstStyle/>
        <a:p>
          <a:endParaRPr lang="en-US"/>
        </a:p>
      </dgm:t>
    </dgm:pt>
    <dgm:pt modelId="{69147494-0057-4F4C-83C4-AAB8FFAA3303}">
      <dgm:prSet phldrT="[Text]"/>
      <dgm:spPr/>
      <dgm:t>
        <a:bodyPr/>
        <a:lstStyle/>
        <a:p>
          <a:r>
            <a:rPr lang="en-US" dirty="0"/>
            <a:t>TensorFlow Lite Classification</a:t>
          </a:r>
        </a:p>
      </dgm:t>
    </dgm:pt>
    <dgm:pt modelId="{CFCA3717-16E5-F545-BF5A-D94BF41FD4AE}" type="parTrans" cxnId="{A7114E47-1A99-4A40-B35F-04405E4683E5}">
      <dgm:prSet/>
      <dgm:spPr/>
      <dgm:t>
        <a:bodyPr/>
        <a:lstStyle/>
        <a:p>
          <a:endParaRPr lang="en-US"/>
        </a:p>
      </dgm:t>
    </dgm:pt>
    <dgm:pt modelId="{48A939FF-63CC-E643-AE9D-B33CDA5F7CB3}" type="sibTrans" cxnId="{A7114E47-1A99-4A40-B35F-04405E4683E5}">
      <dgm:prSet/>
      <dgm:spPr/>
      <dgm:t>
        <a:bodyPr/>
        <a:lstStyle/>
        <a:p>
          <a:endParaRPr lang="en-US"/>
        </a:p>
      </dgm:t>
    </dgm:pt>
    <dgm:pt modelId="{79978FA8-1F05-C64A-867A-E1EAEA958AE5}">
      <dgm:prSet phldrT="[Text]"/>
      <dgm:spPr/>
      <dgm:t>
        <a:bodyPr/>
        <a:lstStyle/>
        <a:p>
          <a:r>
            <a:rPr lang="en-US" dirty="0"/>
            <a:t>Quizlet Sync</a:t>
          </a:r>
        </a:p>
      </dgm:t>
    </dgm:pt>
    <dgm:pt modelId="{0A44DC50-7CFF-0445-B915-CB88125592DD}" type="parTrans" cxnId="{66B9763E-3268-B744-9AAD-3625C933B7D5}">
      <dgm:prSet/>
      <dgm:spPr/>
      <dgm:t>
        <a:bodyPr/>
        <a:lstStyle/>
        <a:p>
          <a:endParaRPr lang="en-US"/>
        </a:p>
      </dgm:t>
    </dgm:pt>
    <dgm:pt modelId="{BA69B398-D47D-4846-93BC-01BB135137C7}" type="sibTrans" cxnId="{66B9763E-3268-B744-9AAD-3625C933B7D5}">
      <dgm:prSet/>
      <dgm:spPr/>
      <dgm:t>
        <a:bodyPr/>
        <a:lstStyle/>
        <a:p>
          <a:endParaRPr lang="en-US"/>
        </a:p>
      </dgm:t>
    </dgm:pt>
    <dgm:pt modelId="{3ED95680-005C-F449-A826-479587068C3C}" type="pres">
      <dgm:prSet presAssocID="{1A916E37-495A-9644-A415-CF8EBF3680D4}" presName="Name0" presStyleCnt="0">
        <dgm:presLayoutVars>
          <dgm:dir/>
          <dgm:resizeHandles val="exact"/>
        </dgm:presLayoutVars>
      </dgm:prSet>
      <dgm:spPr/>
    </dgm:pt>
    <dgm:pt modelId="{D1A3CE6C-B2C9-B94B-9AC0-FD35B43CF1B7}" type="pres">
      <dgm:prSet presAssocID="{21F5DB40-89C4-B34D-8AEA-84FFC7AEA101}" presName="node" presStyleLbl="node1" presStyleIdx="0" presStyleCnt="5">
        <dgm:presLayoutVars>
          <dgm:bulletEnabled val="1"/>
        </dgm:presLayoutVars>
      </dgm:prSet>
      <dgm:spPr/>
    </dgm:pt>
    <dgm:pt modelId="{3AFF2B93-B337-454E-A4D2-102981086A62}" type="pres">
      <dgm:prSet presAssocID="{0BD78C57-9CB0-354F-8AED-3A0734E49585}" presName="sibTrans" presStyleLbl="sibTrans2D1" presStyleIdx="0" presStyleCnt="4"/>
      <dgm:spPr/>
    </dgm:pt>
    <dgm:pt modelId="{9BE1A598-631D-FA45-8EA4-DC29849737FB}" type="pres">
      <dgm:prSet presAssocID="{0BD78C57-9CB0-354F-8AED-3A0734E49585}" presName="connectorText" presStyleLbl="sibTrans2D1" presStyleIdx="0" presStyleCnt="4"/>
      <dgm:spPr/>
    </dgm:pt>
    <dgm:pt modelId="{EE746A53-568E-F347-8D1C-8D8FB893B074}" type="pres">
      <dgm:prSet presAssocID="{20EBBB3F-DB18-3547-90B5-F213A2498ADA}" presName="node" presStyleLbl="node1" presStyleIdx="1" presStyleCnt="5">
        <dgm:presLayoutVars>
          <dgm:bulletEnabled val="1"/>
        </dgm:presLayoutVars>
      </dgm:prSet>
      <dgm:spPr/>
    </dgm:pt>
    <dgm:pt modelId="{72E2D460-DF59-E54A-8DEF-3A9917320D8D}" type="pres">
      <dgm:prSet presAssocID="{6738197C-9753-824D-B615-AA49B9526EDC}" presName="sibTrans" presStyleLbl="sibTrans2D1" presStyleIdx="1" presStyleCnt="4"/>
      <dgm:spPr/>
    </dgm:pt>
    <dgm:pt modelId="{1C5C3651-8A5B-DA4A-B763-268D8DC2E19A}" type="pres">
      <dgm:prSet presAssocID="{6738197C-9753-824D-B615-AA49B9526EDC}" presName="connectorText" presStyleLbl="sibTrans2D1" presStyleIdx="1" presStyleCnt="4"/>
      <dgm:spPr/>
    </dgm:pt>
    <dgm:pt modelId="{4F950A83-4DF8-AF47-80D9-755EF4D1918B}" type="pres">
      <dgm:prSet presAssocID="{9A7B7D15-0310-F540-85C2-7FBC0495AF49}" presName="node" presStyleLbl="node1" presStyleIdx="2" presStyleCnt="5">
        <dgm:presLayoutVars>
          <dgm:bulletEnabled val="1"/>
        </dgm:presLayoutVars>
      </dgm:prSet>
      <dgm:spPr/>
    </dgm:pt>
    <dgm:pt modelId="{0D1B0436-2E54-FD4D-9061-7DBCCB43F7F2}" type="pres">
      <dgm:prSet presAssocID="{5CD04C9D-385D-BB47-BCC3-575295C21C40}" presName="sibTrans" presStyleLbl="sibTrans2D1" presStyleIdx="2" presStyleCnt="4"/>
      <dgm:spPr/>
    </dgm:pt>
    <dgm:pt modelId="{9F6EA97E-3EB1-0A46-8387-65CADACB57D9}" type="pres">
      <dgm:prSet presAssocID="{5CD04C9D-385D-BB47-BCC3-575295C21C40}" presName="connectorText" presStyleLbl="sibTrans2D1" presStyleIdx="2" presStyleCnt="4"/>
      <dgm:spPr/>
    </dgm:pt>
    <dgm:pt modelId="{63C9CBB4-E091-2A4B-8660-52B3D80B2163}" type="pres">
      <dgm:prSet presAssocID="{69147494-0057-4F4C-83C4-AAB8FFAA3303}" presName="node" presStyleLbl="node1" presStyleIdx="3" presStyleCnt="5">
        <dgm:presLayoutVars>
          <dgm:bulletEnabled val="1"/>
        </dgm:presLayoutVars>
      </dgm:prSet>
      <dgm:spPr/>
    </dgm:pt>
    <dgm:pt modelId="{6BD4A1A9-9140-3B42-9621-149BD359123B}" type="pres">
      <dgm:prSet presAssocID="{48A939FF-63CC-E643-AE9D-B33CDA5F7CB3}" presName="sibTrans" presStyleLbl="sibTrans2D1" presStyleIdx="3" presStyleCnt="4"/>
      <dgm:spPr/>
    </dgm:pt>
    <dgm:pt modelId="{05ED0DBD-EB95-5041-9E79-A9F271D9D0B1}" type="pres">
      <dgm:prSet presAssocID="{48A939FF-63CC-E643-AE9D-B33CDA5F7CB3}" presName="connectorText" presStyleLbl="sibTrans2D1" presStyleIdx="3" presStyleCnt="4"/>
      <dgm:spPr/>
    </dgm:pt>
    <dgm:pt modelId="{6B3BC2FC-4FFA-F74C-BFEF-CCD54615B9EE}" type="pres">
      <dgm:prSet presAssocID="{79978FA8-1F05-C64A-867A-E1EAEA958AE5}" presName="node" presStyleLbl="node1" presStyleIdx="4" presStyleCnt="5">
        <dgm:presLayoutVars>
          <dgm:bulletEnabled val="1"/>
        </dgm:presLayoutVars>
      </dgm:prSet>
      <dgm:spPr/>
    </dgm:pt>
  </dgm:ptLst>
  <dgm:cxnLst>
    <dgm:cxn modelId="{9E4C7203-4260-134F-B786-325A4DACBF3A}" type="presOf" srcId="{9A7B7D15-0310-F540-85C2-7FBC0495AF49}" destId="{4F950A83-4DF8-AF47-80D9-755EF4D1918B}" srcOrd="0" destOrd="0" presId="urn:microsoft.com/office/officeart/2005/8/layout/process1"/>
    <dgm:cxn modelId="{055A3E1F-47DB-1142-A401-E8AC6EB487C3}" type="presOf" srcId="{1A916E37-495A-9644-A415-CF8EBF3680D4}" destId="{3ED95680-005C-F449-A826-479587068C3C}" srcOrd="0" destOrd="0" presId="urn:microsoft.com/office/officeart/2005/8/layout/process1"/>
    <dgm:cxn modelId="{E216582D-D216-C149-BDF0-F10845FFCD6A}" type="presOf" srcId="{79978FA8-1F05-C64A-867A-E1EAEA958AE5}" destId="{6B3BC2FC-4FFA-F74C-BFEF-CCD54615B9EE}" srcOrd="0" destOrd="0" presId="urn:microsoft.com/office/officeart/2005/8/layout/process1"/>
    <dgm:cxn modelId="{11BEFD2F-BA0C-BC47-9089-5AEE3FF756C8}" srcId="{1A916E37-495A-9644-A415-CF8EBF3680D4}" destId="{21F5DB40-89C4-B34D-8AEA-84FFC7AEA101}" srcOrd="0" destOrd="0" parTransId="{FFBB021C-8263-6146-BBE4-C5A64AF48774}" sibTransId="{0BD78C57-9CB0-354F-8AED-3A0734E49585}"/>
    <dgm:cxn modelId="{23E48E31-6F3B-844E-BAB0-C785BF4C1045}" type="presOf" srcId="{48A939FF-63CC-E643-AE9D-B33CDA5F7CB3}" destId="{05ED0DBD-EB95-5041-9E79-A9F271D9D0B1}" srcOrd="1" destOrd="0" presId="urn:microsoft.com/office/officeart/2005/8/layout/process1"/>
    <dgm:cxn modelId="{B62EC53D-D074-2943-9456-37CA504A5819}" type="presOf" srcId="{0BD78C57-9CB0-354F-8AED-3A0734E49585}" destId="{3AFF2B93-B337-454E-A4D2-102981086A62}" srcOrd="0" destOrd="0" presId="urn:microsoft.com/office/officeart/2005/8/layout/process1"/>
    <dgm:cxn modelId="{66B9763E-3268-B744-9AAD-3625C933B7D5}" srcId="{1A916E37-495A-9644-A415-CF8EBF3680D4}" destId="{79978FA8-1F05-C64A-867A-E1EAEA958AE5}" srcOrd="4" destOrd="0" parTransId="{0A44DC50-7CFF-0445-B915-CB88125592DD}" sibTransId="{BA69B398-D47D-4846-93BC-01BB135137C7}"/>
    <dgm:cxn modelId="{A7114E47-1A99-4A40-B35F-04405E4683E5}" srcId="{1A916E37-495A-9644-A415-CF8EBF3680D4}" destId="{69147494-0057-4F4C-83C4-AAB8FFAA3303}" srcOrd="3" destOrd="0" parTransId="{CFCA3717-16E5-F545-BF5A-D94BF41FD4AE}" sibTransId="{48A939FF-63CC-E643-AE9D-B33CDA5F7CB3}"/>
    <dgm:cxn modelId="{342DDC4B-2BDE-4140-9141-F8A9B2C098FB}" type="presOf" srcId="{0BD78C57-9CB0-354F-8AED-3A0734E49585}" destId="{9BE1A598-631D-FA45-8EA4-DC29849737FB}" srcOrd="1" destOrd="0" presId="urn:microsoft.com/office/officeart/2005/8/layout/process1"/>
    <dgm:cxn modelId="{F1A06B63-9728-7140-9B26-AC621D6CFA5C}" type="presOf" srcId="{5CD04C9D-385D-BB47-BCC3-575295C21C40}" destId="{9F6EA97E-3EB1-0A46-8387-65CADACB57D9}" srcOrd="1" destOrd="0" presId="urn:microsoft.com/office/officeart/2005/8/layout/process1"/>
    <dgm:cxn modelId="{8C27C465-290F-9940-AB86-331B4219B10A}" srcId="{1A916E37-495A-9644-A415-CF8EBF3680D4}" destId="{9A7B7D15-0310-F540-85C2-7FBC0495AF49}" srcOrd="2" destOrd="0" parTransId="{375455BE-8490-1345-9CD1-AC1DEE44000A}" sibTransId="{5CD04C9D-385D-BB47-BCC3-575295C21C40}"/>
    <dgm:cxn modelId="{C7747378-AB2C-3C4B-86E3-DC2A1003B475}" type="presOf" srcId="{20EBBB3F-DB18-3547-90B5-F213A2498ADA}" destId="{EE746A53-568E-F347-8D1C-8D8FB893B074}" srcOrd="0" destOrd="0" presId="urn:microsoft.com/office/officeart/2005/8/layout/process1"/>
    <dgm:cxn modelId="{AB96427C-B509-E545-8F75-B5E4C8B45254}" type="presOf" srcId="{6738197C-9753-824D-B615-AA49B9526EDC}" destId="{1C5C3651-8A5B-DA4A-B763-268D8DC2E19A}" srcOrd="1" destOrd="0" presId="urn:microsoft.com/office/officeart/2005/8/layout/process1"/>
    <dgm:cxn modelId="{2DFB8F99-F2DB-3D49-B97E-CDECC59A5BF3}" type="presOf" srcId="{6738197C-9753-824D-B615-AA49B9526EDC}" destId="{72E2D460-DF59-E54A-8DEF-3A9917320D8D}" srcOrd="0" destOrd="0" presId="urn:microsoft.com/office/officeart/2005/8/layout/process1"/>
    <dgm:cxn modelId="{63133EB4-6CF9-7345-94FF-FC10EBE8289D}" type="presOf" srcId="{69147494-0057-4F4C-83C4-AAB8FFAA3303}" destId="{63C9CBB4-E091-2A4B-8660-52B3D80B2163}" srcOrd="0" destOrd="0" presId="urn:microsoft.com/office/officeart/2005/8/layout/process1"/>
    <dgm:cxn modelId="{9AD8A6BF-AE68-1742-87D2-C36940C2FC9B}" type="presOf" srcId="{21F5DB40-89C4-B34D-8AEA-84FFC7AEA101}" destId="{D1A3CE6C-B2C9-B94B-9AC0-FD35B43CF1B7}" srcOrd="0" destOrd="0" presId="urn:microsoft.com/office/officeart/2005/8/layout/process1"/>
    <dgm:cxn modelId="{F587ACC6-FA47-794B-B122-4D492A876832}" type="presOf" srcId="{48A939FF-63CC-E643-AE9D-B33CDA5F7CB3}" destId="{6BD4A1A9-9140-3B42-9621-149BD359123B}" srcOrd="0" destOrd="0" presId="urn:microsoft.com/office/officeart/2005/8/layout/process1"/>
    <dgm:cxn modelId="{591FA5CC-1B70-DF4C-9696-B66AA510575C}" srcId="{1A916E37-495A-9644-A415-CF8EBF3680D4}" destId="{20EBBB3F-DB18-3547-90B5-F213A2498ADA}" srcOrd="1" destOrd="0" parTransId="{7539F616-AC29-A247-9EB8-81D7AD7789AE}" sibTransId="{6738197C-9753-824D-B615-AA49B9526EDC}"/>
    <dgm:cxn modelId="{C15F91DF-AD19-104E-922F-60BDB3641F1E}" type="presOf" srcId="{5CD04C9D-385D-BB47-BCC3-575295C21C40}" destId="{0D1B0436-2E54-FD4D-9061-7DBCCB43F7F2}" srcOrd="0" destOrd="0" presId="urn:microsoft.com/office/officeart/2005/8/layout/process1"/>
    <dgm:cxn modelId="{79072C93-9B02-394F-8ED1-D3410D0BD421}" type="presParOf" srcId="{3ED95680-005C-F449-A826-479587068C3C}" destId="{D1A3CE6C-B2C9-B94B-9AC0-FD35B43CF1B7}" srcOrd="0" destOrd="0" presId="urn:microsoft.com/office/officeart/2005/8/layout/process1"/>
    <dgm:cxn modelId="{5DCD7150-A523-C844-814C-E9807D5F926C}" type="presParOf" srcId="{3ED95680-005C-F449-A826-479587068C3C}" destId="{3AFF2B93-B337-454E-A4D2-102981086A62}" srcOrd="1" destOrd="0" presId="urn:microsoft.com/office/officeart/2005/8/layout/process1"/>
    <dgm:cxn modelId="{6058A55E-42CD-1A41-AE6F-25E396F95F92}" type="presParOf" srcId="{3AFF2B93-B337-454E-A4D2-102981086A62}" destId="{9BE1A598-631D-FA45-8EA4-DC29849737FB}" srcOrd="0" destOrd="0" presId="urn:microsoft.com/office/officeart/2005/8/layout/process1"/>
    <dgm:cxn modelId="{C739F22F-83AD-2643-AB6E-FEC776F394D7}" type="presParOf" srcId="{3ED95680-005C-F449-A826-479587068C3C}" destId="{EE746A53-568E-F347-8D1C-8D8FB893B074}" srcOrd="2" destOrd="0" presId="urn:microsoft.com/office/officeart/2005/8/layout/process1"/>
    <dgm:cxn modelId="{0F9D5D3A-0E6C-ED40-8D8D-FAC5CBF7FE0C}" type="presParOf" srcId="{3ED95680-005C-F449-A826-479587068C3C}" destId="{72E2D460-DF59-E54A-8DEF-3A9917320D8D}" srcOrd="3" destOrd="0" presId="urn:microsoft.com/office/officeart/2005/8/layout/process1"/>
    <dgm:cxn modelId="{8FBEA2F5-54F9-2343-A6A2-4BAC0B944FC2}" type="presParOf" srcId="{72E2D460-DF59-E54A-8DEF-3A9917320D8D}" destId="{1C5C3651-8A5B-DA4A-B763-268D8DC2E19A}" srcOrd="0" destOrd="0" presId="urn:microsoft.com/office/officeart/2005/8/layout/process1"/>
    <dgm:cxn modelId="{45A9F0A0-9A48-A946-9B3C-DAAF91526F27}" type="presParOf" srcId="{3ED95680-005C-F449-A826-479587068C3C}" destId="{4F950A83-4DF8-AF47-80D9-755EF4D1918B}" srcOrd="4" destOrd="0" presId="urn:microsoft.com/office/officeart/2005/8/layout/process1"/>
    <dgm:cxn modelId="{49D7E92A-1159-EC45-98E1-6C9ACA4577C9}" type="presParOf" srcId="{3ED95680-005C-F449-A826-479587068C3C}" destId="{0D1B0436-2E54-FD4D-9061-7DBCCB43F7F2}" srcOrd="5" destOrd="0" presId="urn:microsoft.com/office/officeart/2005/8/layout/process1"/>
    <dgm:cxn modelId="{EC5637E6-F8D8-D84A-99F5-2B699BE1B3E4}" type="presParOf" srcId="{0D1B0436-2E54-FD4D-9061-7DBCCB43F7F2}" destId="{9F6EA97E-3EB1-0A46-8387-65CADACB57D9}" srcOrd="0" destOrd="0" presId="urn:microsoft.com/office/officeart/2005/8/layout/process1"/>
    <dgm:cxn modelId="{DE3EADD0-A2EA-B648-B7CA-84C034A6475C}" type="presParOf" srcId="{3ED95680-005C-F449-A826-479587068C3C}" destId="{63C9CBB4-E091-2A4B-8660-52B3D80B2163}" srcOrd="6" destOrd="0" presId="urn:microsoft.com/office/officeart/2005/8/layout/process1"/>
    <dgm:cxn modelId="{E3AE6933-4963-E04C-8D84-1532A6D87BFD}" type="presParOf" srcId="{3ED95680-005C-F449-A826-479587068C3C}" destId="{6BD4A1A9-9140-3B42-9621-149BD359123B}" srcOrd="7" destOrd="0" presId="urn:microsoft.com/office/officeart/2005/8/layout/process1"/>
    <dgm:cxn modelId="{DD2560F5-A34B-574E-8E20-A8E633797D20}" type="presParOf" srcId="{6BD4A1A9-9140-3B42-9621-149BD359123B}" destId="{05ED0DBD-EB95-5041-9E79-A9F271D9D0B1}" srcOrd="0" destOrd="0" presId="urn:microsoft.com/office/officeart/2005/8/layout/process1"/>
    <dgm:cxn modelId="{CBE6842D-F44A-CF48-8DDB-9952C38A5AA4}" type="presParOf" srcId="{3ED95680-005C-F449-A826-479587068C3C}" destId="{6B3BC2FC-4FFA-F74C-BFEF-CCD54615B9E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B00C88-F8F3-3345-A2AF-17F03ADF4CA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5E6B481-7FD5-2444-B975-685F829BEEE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 dirty="0"/>
            <a:t>Bridge theory and practice in machine learning/computer vision through hands-on robotics.</a:t>
          </a:r>
          <a:endParaRPr lang="en-US" dirty="0"/>
        </a:p>
      </dgm:t>
    </dgm:pt>
    <dgm:pt modelId="{B717A20D-0968-AF49-BCA9-EA83D34C30E2}" type="parTrans" cxnId="{8A1C4FAA-B22F-0C4E-846C-4F4E4800A121}">
      <dgm:prSet/>
      <dgm:spPr/>
      <dgm:t>
        <a:bodyPr/>
        <a:lstStyle/>
        <a:p>
          <a:endParaRPr lang="en-US"/>
        </a:p>
      </dgm:t>
    </dgm:pt>
    <dgm:pt modelId="{41005161-8127-044D-8B55-EBEE7E598F42}" type="sibTrans" cxnId="{8A1C4FAA-B22F-0C4E-846C-4F4E4800A121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D5E5AEB8-9ED8-E146-84BF-CE5FF208941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 dirty="0"/>
            <a:t>Enhance accessibility to advanced tools by using open-source software and affordable hardware.</a:t>
          </a:r>
        </a:p>
      </dgm:t>
    </dgm:pt>
    <dgm:pt modelId="{B39543C5-4941-884B-932F-6BB1A9F75F28}" type="parTrans" cxnId="{BC567A75-22B5-9B4F-B413-0C1066243A08}">
      <dgm:prSet/>
      <dgm:spPr/>
      <dgm:t>
        <a:bodyPr/>
        <a:lstStyle/>
        <a:p>
          <a:endParaRPr lang="en-US"/>
        </a:p>
      </dgm:t>
    </dgm:pt>
    <dgm:pt modelId="{E96A6940-50ED-E447-81AA-106E8195CCBA}" type="sibTrans" cxnId="{BC567A75-22B5-9B4F-B413-0C1066243A08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4759B038-099C-ED44-81B6-A9CD943B60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Demonstrate real-world applications in education, healthcare, and industry.</a:t>
          </a:r>
        </a:p>
      </dgm:t>
    </dgm:pt>
    <dgm:pt modelId="{FDEE23E9-E37F-C841-A063-594E2B376945}" type="parTrans" cxnId="{FF426CA6-B413-5348-90E0-B80BC2EEE764}">
      <dgm:prSet/>
      <dgm:spPr/>
      <dgm:t>
        <a:bodyPr/>
        <a:lstStyle/>
        <a:p>
          <a:endParaRPr lang="en-US"/>
        </a:p>
      </dgm:t>
    </dgm:pt>
    <dgm:pt modelId="{3E4F979C-E3C2-4A47-8D27-79E0B303B7A2}" type="sibTrans" cxnId="{FF426CA6-B413-5348-90E0-B80BC2EEE764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6CBCE3CC-F1C2-234B-9752-9CFA7FAC4E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Encourage innovation with a modular, extensible design.</a:t>
          </a:r>
        </a:p>
      </dgm:t>
    </dgm:pt>
    <dgm:pt modelId="{904D00A9-7EC2-0D49-890D-EC889FBDFDC1}" type="parTrans" cxnId="{A429F6EF-15F4-0146-9203-05191D2FE838}">
      <dgm:prSet/>
      <dgm:spPr/>
      <dgm:t>
        <a:bodyPr/>
        <a:lstStyle/>
        <a:p>
          <a:endParaRPr lang="en-US"/>
        </a:p>
      </dgm:t>
    </dgm:pt>
    <dgm:pt modelId="{2AA3879F-BC19-7947-A367-8DBDEFD7D473}" type="sibTrans" cxnId="{A429F6EF-15F4-0146-9203-05191D2FE838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D20A77C4-9EAD-194A-8B17-FE5D2B50D903}" type="pres">
      <dgm:prSet presAssocID="{AAB00C88-F8F3-3345-A2AF-17F03ADF4CAC}" presName="Name0" presStyleCnt="0">
        <dgm:presLayoutVars>
          <dgm:animLvl val="lvl"/>
          <dgm:resizeHandles val="exact"/>
        </dgm:presLayoutVars>
      </dgm:prSet>
      <dgm:spPr/>
    </dgm:pt>
    <dgm:pt modelId="{424B70B1-06A4-F741-9F10-542535620159}" type="pres">
      <dgm:prSet presAssocID="{A5E6B481-7FD5-2444-B975-685F829BEEEA}" presName="compositeNode" presStyleCnt="0">
        <dgm:presLayoutVars>
          <dgm:bulletEnabled val="1"/>
        </dgm:presLayoutVars>
      </dgm:prSet>
      <dgm:spPr/>
    </dgm:pt>
    <dgm:pt modelId="{0C80CC29-F44A-9F42-85C9-A0C5B749C3E2}" type="pres">
      <dgm:prSet presAssocID="{A5E6B481-7FD5-2444-B975-685F829BEEEA}" presName="bgRect" presStyleLbl="bgAccFollowNode1" presStyleIdx="0" presStyleCnt="4"/>
      <dgm:spPr/>
    </dgm:pt>
    <dgm:pt modelId="{A80D65AD-F6ED-3941-B0BF-3995257F189E}" type="pres">
      <dgm:prSet presAssocID="{41005161-8127-044D-8B55-EBEE7E598F4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C5CB790A-7896-0943-959E-5C38DC1E5AEE}" type="pres">
      <dgm:prSet presAssocID="{A5E6B481-7FD5-2444-B975-685F829BEEEA}" presName="bottomLine" presStyleLbl="alignNode1" presStyleIdx="1" presStyleCnt="8">
        <dgm:presLayoutVars/>
      </dgm:prSet>
      <dgm:spPr/>
    </dgm:pt>
    <dgm:pt modelId="{FC0468F5-3514-FF4D-8562-7E0D4A7F84CC}" type="pres">
      <dgm:prSet presAssocID="{A5E6B481-7FD5-2444-B975-685F829BEEEA}" presName="nodeText" presStyleLbl="bgAccFollowNode1" presStyleIdx="0" presStyleCnt="4">
        <dgm:presLayoutVars>
          <dgm:bulletEnabled val="1"/>
        </dgm:presLayoutVars>
      </dgm:prSet>
      <dgm:spPr/>
    </dgm:pt>
    <dgm:pt modelId="{21E3B11D-4057-064A-9B36-9FD53F09EB27}" type="pres">
      <dgm:prSet presAssocID="{41005161-8127-044D-8B55-EBEE7E598F42}" presName="sibTrans" presStyleCnt="0"/>
      <dgm:spPr/>
    </dgm:pt>
    <dgm:pt modelId="{7E695E6E-47B8-ED4F-A3CE-5022EE2C3D11}" type="pres">
      <dgm:prSet presAssocID="{D5E5AEB8-9ED8-E146-84BF-CE5FF2089416}" presName="compositeNode" presStyleCnt="0">
        <dgm:presLayoutVars>
          <dgm:bulletEnabled val="1"/>
        </dgm:presLayoutVars>
      </dgm:prSet>
      <dgm:spPr/>
    </dgm:pt>
    <dgm:pt modelId="{BCF6472A-93FD-244F-AA97-0F7D7D125A2B}" type="pres">
      <dgm:prSet presAssocID="{D5E5AEB8-9ED8-E146-84BF-CE5FF2089416}" presName="bgRect" presStyleLbl="bgAccFollowNode1" presStyleIdx="1" presStyleCnt="4"/>
      <dgm:spPr/>
    </dgm:pt>
    <dgm:pt modelId="{950CAF4D-4A27-6648-AAAB-2ECD825ED55C}" type="pres">
      <dgm:prSet presAssocID="{E96A6940-50ED-E447-81AA-106E8195CCB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4A7865E-82A7-2C4A-9F13-CC5C28119500}" type="pres">
      <dgm:prSet presAssocID="{D5E5AEB8-9ED8-E146-84BF-CE5FF2089416}" presName="bottomLine" presStyleLbl="alignNode1" presStyleIdx="3" presStyleCnt="8">
        <dgm:presLayoutVars/>
      </dgm:prSet>
      <dgm:spPr/>
    </dgm:pt>
    <dgm:pt modelId="{4E9CAAAC-C368-9449-B43D-BCB75EF3F850}" type="pres">
      <dgm:prSet presAssocID="{D5E5AEB8-9ED8-E146-84BF-CE5FF2089416}" presName="nodeText" presStyleLbl="bgAccFollowNode1" presStyleIdx="1" presStyleCnt="4">
        <dgm:presLayoutVars>
          <dgm:bulletEnabled val="1"/>
        </dgm:presLayoutVars>
      </dgm:prSet>
      <dgm:spPr/>
    </dgm:pt>
    <dgm:pt modelId="{272697B2-B526-6B43-BB39-BC92EB9F560E}" type="pres">
      <dgm:prSet presAssocID="{E96A6940-50ED-E447-81AA-106E8195CCBA}" presName="sibTrans" presStyleCnt="0"/>
      <dgm:spPr/>
    </dgm:pt>
    <dgm:pt modelId="{C42D304E-1262-1C45-9255-83860502EA53}" type="pres">
      <dgm:prSet presAssocID="{4759B038-099C-ED44-81B6-A9CD943B6059}" presName="compositeNode" presStyleCnt="0">
        <dgm:presLayoutVars>
          <dgm:bulletEnabled val="1"/>
        </dgm:presLayoutVars>
      </dgm:prSet>
      <dgm:spPr/>
    </dgm:pt>
    <dgm:pt modelId="{7E803E33-AEE6-D041-AD56-4D9E44743ADD}" type="pres">
      <dgm:prSet presAssocID="{4759B038-099C-ED44-81B6-A9CD943B6059}" presName="bgRect" presStyleLbl="bgAccFollowNode1" presStyleIdx="2" presStyleCnt="4"/>
      <dgm:spPr/>
    </dgm:pt>
    <dgm:pt modelId="{C4F10E6A-6649-424D-A2B0-A4CC7BBDE479}" type="pres">
      <dgm:prSet presAssocID="{3E4F979C-E3C2-4A47-8D27-79E0B303B7A2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88DCC853-DEB2-5E4A-BC46-ECA82B9F6A41}" type="pres">
      <dgm:prSet presAssocID="{4759B038-099C-ED44-81B6-A9CD943B6059}" presName="bottomLine" presStyleLbl="alignNode1" presStyleIdx="5" presStyleCnt="8">
        <dgm:presLayoutVars/>
      </dgm:prSet>
      <dgm:spPr/>
    </dgm:pt>
    <dgm:pt modelId="{04B92119-9D1E-5148-AB8B-1F9510AE87BA}" type="pres">
      <dgm:prSet presAssocID="{4759B038-099C-ED44-81B6-A9CD943B6059}" presName="nodeText" presStyleLbl="bgAccFollowNode1" presStyleIdx="2" presStyleCnt="4">
        <dgm:presLayoutVars>
          <dgm:bulletEnabled val="1"/>
        </dgm:presLayoutVars>
      </dgm:prSet>
      <dgm:spPr/>
    </dgm:pt>
    <dgm:pt modelId="{B836B2B9-9150-D64A-9921-7C0C09D2D2A6}" type="pres">
      <dgm:prSet presAssocID="{3E4F979C-E3C2-4A47-8D27-79E0B303B7A2}" presName="sibTrans" presStyleCnt="0"/>
      <dgm:spPr/>
    </dgm:pt>
    <dgm:pt modelId="{3E06E629-CFAC-0840-812B-F4464BDFB5D5}" type="pres">
      <dgm:prSet presAssocID="{6CBCE3CC-F1C2-234B-9752-9CFA7FAC4E78}" presName="compositeNode" presStyleCnt="0">
        <dgm:presLayoutVars>
          <dgm:bulletEnabled val="1"/>
        </dgm:presLayoutVars>
      </dgm:prSet>
      <dgm:spPr/>
    </dgm:pt>
    <dgm:pt modelId="{0F81777E-5307-4046-A629-AF7185C2E6C6}" type="pres">
      <dgm:prSet presAssocID="{6CBCE3CC-F1C2-234B-9752-9CFA7FAC4E78}" presName="bgRect" presStyleLbl="bgAccFollowNode1" presStyleIdx="3" presStyleCnt="4"/>
      <dgm:spPr/>
    </dgm:pt>
    <dgm:pt modelId="{EC8F8EB0-00AE-AF4C-8A56-6057DB356FD1}" type="pres">
      <dgm:prSet presAssocID="{2AA3879F-BC19-7947-A367-8DBDEFD7D473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D8389F8-10B8-E24F-9259-49AE9C8525AD}" type="pres">
      <dgm:prSet presAssocID="{6CBCE3CC-F1C2-234B-9752-9CFA7FAC4E78}" presName="bottomLine" presStyleLbl="alignNode1" presStyleIdx="7" presStyleCnt="8">
        <dgm:presLayoutVars/>
      </dgm:prSet>
      <dgm:spPr/>
    </dgm:pt>
    <dgm:pt modelId="{0E63665D-E14F-0941-9EC6-27D2FF39E892}" type="pres">
      <dgm:prSet presAssocID="{6CBCE3CC-F1C2-234B-9752-9CFA7FAC4E78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D1A2A630-8F54-4E48-AF66-CD73B127AB74}" type="presOf" srcId="{2AA3879F-BC19-7947-A367-8DBDEFD7D473}" destId="{EC8F8EB0-00AE-AF4C-8A56-6057DB356FD1}" srcOrd="0" destOrd="0" presId="urn:microsoft.com/office/officeart/2016/7/layout/BasicLinearProcessNumbered"/>
    <dgm:cxn modelId="{255C8740-F546-D34B-A7EC-AC388416FBAC}" type="presOf" srcId="{E96A6940-50ED-E447-81AA-106E8195CCBA}" destId="{950CAF4D-4A27-6648-AAAB-2ECD825ED55C}" srcOrd="0" destOrd="0" presId="urn:microsoft.com/office/officeart/2016/7/layout/BasicLinearProcessNumbered"/>
    <dgm:cxn modelId="{D8A9FA56-79CF-AA4B-98A9-FD27C43625D7}" type="presOf" srcId="{3E4F979C-E3C2-4A47-8D27-79E0B303B7A2}" destId="{C4F10E6A-6649-424D-A2B0-A4CC7BBDE479}" srcOrd="0" destOrd="0" presId="urn:microsoft.com/office/officeart/2016/7/layout/BasicLinearProcessNumbered"/>
    <dgm:cxn modelId="{B5B9A25D-A3FD-3845-911F-02E2C4F354D8}" type="presOf" srcId="{6CBCE3CC-F1C2-234B-9752-9CFA7FAC4E78}" destId="{0E63665D-E14F-0941-9EC6-27D2FF39E892}" srcOrd="1" destOrd="0" presId="urn:microsoft.com/office/officeart/2016/7/layout/BasicLinearProcessNumbered"/>
    <dgm:cxn modelId="{BC567A75-22B5-9B4F-B413-0C1066243A08}" srcId="{AAB00C88-F8F3-3345-A2AF-17F03ADF4CAC}" destId="{D5E5AEB8-9ED8-E146-84BF-CE5FF2089416}" srcOrd="1" destOrd="0" parTransId="{B39543C5-4941-884B-932F-6BB1A9F75F28}" sibTransId="{E96A6940-50ED-E447-81AA-106E8195CCBA}"/>
    <dgm:cxn modelId="{75E5017C-4758-094F-8BAC-C76BF8D8A46A}" type="presOf" srcId="{4759B038-099C-ED44-81B6-A9CD943B6059}" destId="{04B92119-9D1E-5148-AB8B-1F9510AE87BA}" srcOrd="1" destOrd="0" presId="urn:microsoft.com/office/officeart/2016/7/layout/BasicLinearProcessNumbered"/>
    <dgm:cxn modelId="{8017BCA3-143C-AC46-A264-CFD07FDE0893}" type="presOf" srcId="{6CBCE3CC-F1C2-234B-9752-9CFA7FAC4E78}" destId="{0F81777E-5307-4046-A629-AF7185C2E6C6}" srcOrd="0" destOrd="0" presId="urn:microsoft.com/office/officeart/2016/7/layout/BasicLinearProcessNumbered"/>
    <dgm:cxn modelId="{FF426CA6-B413-5348-90E0-B80BC2EEE764}" srcId="{AAB00C88-F8F3-3345-A2AF-17F03ADF4CAC}" destId="{4759B038-099C-ED44-81B6-A9CD943B6059}" srcOrd="2" destOrd="0" parTransId="{FDEE23E9-E37F-C841-A063-594E2B376945}" sibTransId="{3E4F979C-E3C2-4A47-8D27-79E0B303B7A2}"/>
    <dgm:cxn modelId="{8A1C4FAA-B22F-0C4E-846C-4F4E4800A121}" srcId="{AAB00C88-F8F3-3345-A2AF-17F03ADF4CAC}" destId="{A5E6B481-7FD5-2444-B975-685F829BEEEA}" srcOrd="0" destOrd="0" parTransId="{B717A20D-0968-AF49-BCA9-EA83D34C30E2}" sibTransId="{41005161-8127-044D-8B55-EBEE7E598F42}"/>
    <dgm:cxn modelId="{4CA176AD-26C7-A64B-8D70-37B49D61EB48}" type="presOf" srcId="{D5E5AEB8-9ED8-E146-84BF-CE5FF2089416}" destId="{4E9CAAAC-C368-9449-B43D-BCB75EF3F850}" srcOrd="1" destOrd="0" presId="urn:microsoft.com/office/officeart/2016/7/layout/BasicLinearProcessNumbered"/>
    <dgm:cxn modelId="{0F86E6BE-9930-4F4B-8747-7BA9439D50CB}" type="presOf" srcId="{A5E6B481-7FD5-2444-B975-685F829BEEEA}" destId="{FC0468F5-3514-FF4D-8562-7E0D4A7F84CC}" srcOrd="1" destOrd="0" presId="urn:microsoft.com/office/officeart/2016/7/layout/BasicLinearProcessNumbered"/>
    <dgm:cxn modelId="{76B1A2D4-D1AA-E347-88DC-4B6080515BFB}" type="presOf" srcId="{A5E6B481-7FD5-2444-B975-685F829BEEEA}" destId="{0C80CC29-F44A-9F42-85C9-A0C5B749C3E2}" srcOrd="0" destOrd="0" presId="urn:microsoft.com/office/officeart/2016/7/layout/BasicLinearProcessNumbered"/>
    <dgm:cxn modelId="{4A9725D8-FF91-3148-A121-48283E0E654D}" type="presOf" srcId="{AAB00C88-F8F3-3345-A2AF-17F03ADF4CAC}" destId="{D20A77C4-9EAD-194A-8B17-FE5D2B50D903}" srcOrd="0" destOrd="0" presId="urn:microsoft.com/office/officeart/2016/7/layout/BasicLinearProcessNumbered"/>
    <dgm:cxn modelId="{0D691EDE-E303-EC42-8CFA-9ADE00B173E1}" type="presOf" srcId="{41005161-8127-044D-8B55-EBEE7E598F42}" destId="{A80D65AD-F6ED-3941-B0BF-3995257F189E}" srcOrd="0" destOrd="0" presId="urn:microsoft.com/office/officeart/2016/7/layout/BasicLinearProcessNumbered"/>
    <dgm:cxn modelId="{27D6A2E9-D79D-2A43-B0B6-E72EE566E120}" type="presOf" srcId="{4759B038-099C-ED44-81B6-A9CD943B6059}" destId="{7E803E33-AEE6-D041-AD56-4D9E44743ADD}" srcOrd="0" destOrd="0" presId="urn:microsoft.com/office/officeart/2016/7/layout/BasicLinearProcessNumbered"/>
    <dgm:cxn modelId="{A429F6EF-15F4-0146-9203-05191D2FE838}" srcId="{AAB00C88-F8F3-3345-A2AF-17F03ADF4CAC}" destId="{6CBCE3CC-F1C2-234B-9752-9CFA7FAC4E78}" srcOrd="3" destOrd="0" parTransId="{904D00A9-7EC2-0D49-890D-EC889FBDFDC1}" sibTransId="{2AA3879F-BC19-7947-A367-8DBDEFD7D473}"/>
    <dgm:cxn modelId="{71EDCBF0-8B9F-454A-9247-C754EF09CFC6}" type="presOf" srcId="{D5E5AEB8-9ED8-E146-84BF-CE5FF2089416}" destId="{BCF6472A-93FD-244F-AA97-0F7D7D125A2B}" srcOrd="0" destOrd="0" presId="urn:microsoft.com/office/officeart/2016/7/layout/BasicLinearProcessNumbered"/>
    <dgm:cxn modelId="{A5509007-B16F-F64C-B235-C44406CDA53F}" type="presParOf" srcId="{D20A77C4-9EAD-194A-8B17-FE5D2B50D903}" destId="{424B70B1-06A4-F741-9F10-542535620159}" srcOrd="0" destOrd="0" presId="urn:microsoft.com/office/officeart/2016/7/layout/BasicLinearProcessNumbered"/>
    <dgm:cxn modelId="{EC93D280-F3FB-804D-BB46-25AD42A7C6BA}" type="presParOf" srcId="{424B70B1-06A4-F741-9F10-542535620159}" destId="{0C80CC29-F44A-9F42-85C9-A0C5B749C3E2}" srcOrd="0" destOrd="0" presId="urn:microsoft.com/office/officeart/2016/7/layout/BasicLinearProcessNumbered"/>
    <dgm:cxn modelId="{81ADCCC6-2DAE-934C-819C-3D398ECA91E7}" type="presParOf" srcId="{424B70B1-06A4-F741-9F10-542535620159}" destId="{A80D65AD-F6ED-3941-B0BF-3995257F189E}" srcOrd="1" destOrd="0" presId="urn:microsoft.com/office/officeart/2016/7/layout/BasicLinearProcessNumbered"/>
    <dgm:cxn modelId="{6BA46401-5507-434D-8744-0D348C48A40B}" type="presParOf" srcId="{424B70B1-06A4-F741-9F10-542535620159}" destId="{C5CB790A-7896-0943-959E-5C38DC1E5AEE}" srcOrd="2" destOrd="0" presId="urn:microsoft.com/office/officeart/2016/7/layout/BasicLinearProcessNumbered"/>
    <dgm:cxn modelId="{FAA82504-5B86-0745-A9E8-B06EB47BE34A}" type="presParOf" srcId="{424B70B1-06A4-F741-9F10-542535620159}" destId="{FC0468F5-3514-FF4D-8562-7E0D4A7F84CC}" srcOrd="3" destOrd="0" presId="urn:microsoft.com/office/officeart/2016/7/layout/BasicLinearProcessNumbered"/>
    <dgm:cxn modelId="{71D81DE1-5C49-CD48-820E-1E9E0A0FE7C4}" type="presParOf" srcId="{D20A77C4-9EAD-194A-8B17-FE5D2B50D903}" destId="{21E3B11D-4057-064A-9B36-9FD53F09EB27}" srcOrd="1" destOrd="0" presId="urn:microsoft.com/office/officeart/2016/7/layout/BasicLinearProcessNumbered"/>
    <dgm:cxn modelId="{7C5FF1F8-49F7-F841-A496-4B6922958C48}" type="presParOf" srcId="{D20A77C4-9EAD-194A-8B17-FE5D2B50D903}" destId="{7E695E6E-47B8-ED4F-A3CE-5022EE2C3D11}" srcOrd="2" destOrd="0" presId="urn:microsoft.com/office/officeart/2016/7/layout/BasicLinearProcessNumbered"/>
    <dgm:cxn modelId="{70E2D59C-B34A-874D-9BE6-2A7C76ECA131}" type="presParOf" srcId="{7E695E6E-47B8-ED4F-A3CE-5022EE2C3D11}" destId="{BCF6472A-93FD-244F-AA97-0F7D7D125A2B}" srcOrd="0" destOrd="0" presId="urn:microsoft.com/office/officeart/2016/7/layout/BasicLinearProcessNumbered"/>
    <dgm:cxn modelId="{45FCA342-3D48-5C46-83FE-30756D5960F6}" type="presParOf" srcId="{7E695E6E-47B8-ED4F-A3CE-5022EE2C3D11}" destId="{950CAF4D-4A27-6648-AAAB-2ECD825ED55C}" srcOrd="1" destOrd="0" presId="urn:microsoft.com/office/officeart/2016/7/layout/BasicLinearProcessNumbered"/>
    <dgm:cxn modelId="{B7108EFB-1F7A-EC4D-ACC1-D4082F2D311E}" type="presParOf" srcId="{7E695E6E-47B8-ED4F-A3CE-5022EE2C3D11}" destId="{14A7865E-82A7-2C4A-9F13-CC5C28119500}" srcOrd="2" destOrd="0" presId="urn:microsoft.com/office/officeart/2016/7/layout/BasicLinearProcessNumbered"/>
    <dgm:cxn modelId="{B54FBED7-695A-C541-86DF-CD0E75B3654D}" type="presParOf" srcId="{7E695E6E-47B8-ED4F-A3CE-5022EE2C3D11}" destId="{4E9CAAAC-C368-9449-B43D-BCB75EF3F850}" srcOrd="3" destOrd="0" presId="urn:microsoft.com/office/officeart/2016/7/layout/BasicLinearProcessNumbered"/>
    <dgm:cxn modelId="{85EE2676-8D75-FF4E-BAA3-9CDCD4569300}" type="presParOf" srcId="{D20A77C4-9EAD-194A-8B17-FE5D2B50D903}" destId="{272697B2-B526-6B43-BB39-BC92EB9F560E}" srcOrd="3" destOrd="0" presId="urn:microsoft.com/office/officeart/2016/7/layout/BasicLinearProcessNumbered"/>
    <dgm:cxn modelId="{5CC8D002-0C46-DE49-BC88-300879C413F4}" type="presParOf" srcId="{D20A77C4-9EAD-194A-8B17-FE5D2B50D903}" destId="{C42D304E-1262-1C45-9255-83860502EA53}" srcOrd="4" destOrd="0" presId="urn:microsoft.com/office/officeart/2016/7/layout/BasicLinearProcessNumbered"/>
    <dgm:cxn modelId="{F42C90FE-3221-3A43-9E8F-FA16C7B3E1B4}" type="presParOf" srcId="{C42D304E-1262-1C45-9255-83860502EA53}" destId="{7E803E33-AEE6-D041-AD56-4D9E44743ADD}" srcOrd="0" destOrd="0" presId="urn:microsoft.com/office/officeart/2016/7/layout/BasicLinearProcessNumbered"/>
    <dgm:cxn modelId="{3FED3A99-4384-AE4C-9D4B-FD12E3265691}" type="presParOf" srcId="{C42D304E-1262-1C45-9255-83860502EA53}" destId="{C4F10E6A-6649-424D-A2B0-A4CC7BBDE479}" srcOrd="1" destOrd="0" presId="urn:microsoft.com/office/officeart/2016/7/layout/BasicLinearProcessNumbered"/>
    <dgm:cxn modelId="{D00D07B8-127C-5F4C-86DD-F54486946014}" type="presParOf" srcId="{C42D304E-1262-1C45-9255-83860502EA53}" destId="{88DCC853-DEB2-5E4A-BC46-ECA82B9F6A41}" srcOrd="2" destOrd="0" presId="urn:microsoft.com/office/officeart/2016/7/layout/BasicLinearProcessNumbered"/>
    <dgm:cxn modelId="{85BEFB05-DC06-7B4F-8FC2-6CB165E5CEED}" type="presParOf" srcId="{C42D304E-1262-1C45-9255-83860502EA53}" destId="{04B92119-9D1E-5148-AB8B-1F9510AE87BA}" srcOrd="3" destOrd="0" presId="urn:microsoft.com/office/officeart/2016/7/layout/BasicLinearProcessNumbered"/>
    <dgm:cxn modelId="{515C6964-B715-3A4E-BDA1-9A30EDC4967B}" type="presParOf" srcId="{D20A77C4-9EAD-194A-8B17-FE5D2B50D903}" destId="{B836B2B9-9150-D64A-9921-7C0C09D2D2A6}" srcOrd="5" destOrd="0" presId="urn:microsoft.com/office/officeart/2016/7/layout/BasicLinearProcessNumbered"/>
    <dgm:cxn modelId="{C8E1A938-BB7B-8D4D-A5DE-086464A78A4D}" type="presParOf" srcId="{D20A77C4-9EAD-194A-8B17-FE5D2B50D903}" destId="{3E06E629-CFAC-0840-812B-F4464BDFB5D5}" srcOrd="6" destOrd="0" presId="urn:microsoft.com/office/officeart/2016/7/layout/BasicLinearProcessNumbered"/>
    <dgm:cxn modelId="{DC176834-B3DB-DF40-96BE-1D17FAF9A1F1}" type="presParOf" srcId="{3E06E629-CFAC-0840-812B-F4464BDFB5D5}" destId="{0F81777E-5307-4046-A629-AF7185C2E6C6}" srcOrd="0" destOrd="0" presId="urn:microsoft.com/office/officeart/2016/7/layout/BasicLinearProcessNumbered"/>
    <dgm:cxn modelId="{D2205C2A-3A6F-224A-A2CE-2E531BC52067}" type="presParOf" srcId="{3E06E629-CFAC-0840-812B-F4464BDFB5D5}" destId="{EC8F8EB0-00AE-AF4C-8A56-6057DB356FD1}" srcOrd="1" destOrd="0" presId="urn:microsoft.com/office/officeart/2016/7/layout/BasicLinearProcessNumbered"/>
    <dgm:cxn modelId="{586D78C3-FE5F-0F48-BAA9-B9E1727307D4}" type="presParOf" srcId="{3E06E629-CFAC-0840-812B-F4464BDFB5D5}" destId="{3D8389F8-10B8-E24F-9259-49AE9C8525AD}" srcOrd="2" destOrd="0" presId="urn:microsoft.com/office/officeart/2016/7/layout/BasicLinearProcessNumbered"/>
    <dgm:cxn modelId="{090797B6-6A93-3941-A683-1D08E2F07B22}" type="presParOf" srcId="{3E06E629-CFAC-0840-812B-F4464BDFB5D5}" destId="{0E63665D-E14F-0941-9EC6-27D2FF39E89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B00C88-F8F3-3345-A2AF-17F03ADF4CA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E6B481-7FD5-2444-B975-685F829BEEE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/>
            <a:t>Bridge theory and practice in machine learning/computer vision through hands-on robotics.</a:t>
          </a:r>
          <a:endParaRPr lang="en-US"/>
        </a:p>
      </dgm:t>
    </dgm:pt>
    <dgm:pt modelId="{B717A20D-0968-AF49-BCA9-EA83D34C30E2}" type="parTrans" cxnId="{8A1C4FAA-B22F-0C4E-846C-4F4E4800A121}">
      <dgm:prSet/>
      <dgm:spPr/>
      <dgm:t>
        <a:bodyPr/>
        <a:lstStyle/>
        <a:p>
          <a:endParaRPr lang="en-US"/>
        </a:p>
      </dgm:t>
    </dgm:pt>
    <dgm:pt modelId="{41005161-8127-044D-8B55-EBEE7E598F42}" type="sibTrans" cxnId="{8A1C4FAA-B22F-0C4E-846C-4F4E4800A121}">
      <dgm:prSet/>
      <dgm:spPr/>
      <dgm:t>
        <a:bodyPr/>
        <a:lstStyle/>
        <a:p>
          <a:endParaRPr lang="en-US"/>
        </a:p>
      </dgm:t>
    </dgm:pt>
    <dgm:pt modelId="{D5E5AEB8-9ED8-E146-84BF-CE5FF20894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/>
            <a:t>Enhance accessibility to advanced tools by using open-source software and affordable hardware.</a:t>
          </a:r>
        </a:p>
      </dgm:t>
    </dgm:pt>
    <dgm:pt modelId="{B39543C5-4941-884B-932F-6BB1A9F75F28}" type="parTrans" cxnId="{BC567A75-22B5-9B4F-B413-0C1066243A08}">
      <dgm:prSet/>
      <dgm:spPr/>
      <dgm:t>
        <a:bodyPr/>
        <a:lstStyle/>
        <a:p>
          <a:endParaRPr lang="en-US"/>
        </a:p>
      </dgm:t>
    </dgm:pt>
    <dgm:pt modelId="{E96A6940-50ED-E447-81AA-106E8195CCBA}" type="sibTrans" cxnId="{BC567A75-22B5-9B4F-B413-0C1066243A08}">
      <dgm:prSet/>
      <dgm:spPr/>
      <dgm:t>
        <a:bodyPr/>
        <a:lstStyle/>
        <a:p>
          <a:endParaRPr lang="en-US"/>
        </a:p>
      </dgm:t>
    </dgm:pt>
    <dgm:pt modelId="{4759B038-099C-ED44-81B6-A9CD943B60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/>
            <a:t>Demonstrate real-world applications in education, healthcare, and industry.</a:t>
          </a:r>
        </a:p>
      </dgm:t>
    </dgm:pt>
    <dgm:pt modelId="{FDEE23E9-E37F-C841-A063-594E2B376945}" type="parTrans" cxnId="{FF426CA6-B413-5348-90E0-B80BC2EEE764}">
      <dgm:prSet/>
      <dgm:spPr/>
      <dgm:t>
        <a:bodyPr/>
        <a:lstStyle/>
        <a:p>
          <a:endParaRPr lang="en-US"/>
        </a:p>
      </dgm:t>
    </dgm:pt>
    <dgm:pt modelId="{3E4F979C-E3C2-4A47-8D27-79E0B303B7A2}" type="sibTrans" cxnId="{FF426CA6-B413-5348-90E0-B80BC2EEE764}">
      <dgm:prSet/>
      <dgm:spPr/>
      <dgm:t>
        <a:bodyPr/>
        <a:lstStyle/>
        <a:p>
          <a:endParaRPr lang="en-US"/>
        </a:p>
      </dgm:t>
    </dgm:pt>
    <dgm:pt modelId="{6CBCE3CC-F1C2-234B-9752-9CFA7FAC4E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/>
            <a:t>Encourage innovation with a modular, extensible design.</a:t>
          </a:r>
        </a:p>
      </dgm:t>
    </dgm:pt>
    <dgm:pt modelId="{904D00A9-7EC2-0D49-890D-EC889FBDFDC1}" type="parTrans" cxnId="{A429F6EF-15F4-0146-9203-05191D2FE838}">
      <dgm:prSet/>
      <dgm:spPr/>
      <dgm:t>
        <a:bodyPr/>
        <a:lstStyle/>
        <a:p>
          <a:endParaRPr lang="en-US"/>
        </a:p>
      </dgm:t>
    </dgm:pt>
    <dgm:pt modelId="{2AA3879F-BC19-7947-A367-8DBDEFD7D473}" type="sibTrans" cxnId="{A429F6EF-15F4-0146-9203-05191D2FE838}">
      <dgm:prSet/>
      <dgm:spPr/>
      <dgm:t>
        <a:bodyPr/>
        <a:lstStyle/>
        <a:p>
          <a:endParaRPr lang="en-US"/>
        </a:p>
      </dgm:t>
    </dgm:pt>
    <dgm:pt modelId="{441B41E9-ADAE-4655-A7B5-2EBF1F01B497}" type="pres">
      <dgm:prSet presAssocID="{AAB00C88-F8F3-3345-A2AF-17F03ADF4CAC}" presName="root" presStyleCnt="0">
        <dgm:presLayoutVars>
          <dgm:dir/>
          <dgm:resizeHandles val="exact"/>
        </dgm:presLayoutVars>
      </dgm:prSet>
      <dgm:spPr/>
    </dgm:pt>
    <dgm:pt modelId="{A27FC6AB-FBCE-4089-8C3B-13AF1E97FE87}" type="pres">
      <dgm:prSet presAssocID="{A5E6B481-7FD5-2444-B975-685F829BEEEA}" presName="compNode" presStyleCnt="0"/>
      <dgm:spPr/>
    </dgm:pt>
    <dgm:pt modelId="{155EECF0-63FB-47D9-A8EA-5A518A6D722D}" type="pres">
      <dgm:prSet presAssocID="{A5E6B481-7FD5-2444-B975-685F829BEEEA}" presName="bgRect" presStyleLbl="bgShp" presStyleIdx="0" presStyleCnt="4"/>
      <dgm:spPr/>
    </dgm:pt>
    <dgm:pt modelId="{5F39CEE3-1C9F-4D25-A23E-E7DAFDB0EF3E}" type="pres">
      <dgm:prSet presAssocID="{A5E6B481-7FD5-2444-B975-685F829BEE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8E59E04-5A08-4235-8946-669AAFDC1CB5}" type="pres">
      <dgm:prSet presAssocID="{A5E6B481-7FD5-2444-B975-685F829BEEEA}" presName="spaceRect" presStyleCnt="0"/>
      <dgm:spPr/>
    </dgm:pt>
    <dgm:pt modelId="{1F9B8B36-49B5-430D-8118-6B7DF5752DC6}" type="pres">
      <dgm:prSet presAssocID="{A5E6B481-7FD5-2444-B975-685F829BEEEA}" presName="parTx" presStyleLbl="revTx" presStyleIdx="0" presStyleCnt="4">
        <dgm:presLayoutVars>
          <dgm:chMax val="0"/>
          <dgm:chPref val="0"/>
        </dgm:presLayoutVars>
      </dgm:prSet>
      <dgm:spPr/>
    </dgm:pt>
    <dgm:pt modelId="{13C6E1BB-BE7E-4068-9F94-F8FF4C3BE07C}" type="pres">
      <dgm:prSet presAssocID="{41005161-8127-044D-8B55-EBEE7E598F42}" presName="sibTrans" presStyleCnt="0"/>
      <dgm:spPr/>
    </dgm:pt>
    <dgm:pt modelId="{8C0C9DBD-5D45-4B8E-AE71-0BA9C8E19E78}" type="pres">
      <dgm:prSet presAssocID="{D5E5AEB8-9ED8-E146-84BF-CE5FF2089416}" presName="compNode" presStyleCnt="0"/>
      <dgm:spPr/>
    </dgm:pt>
    <dgm:pt modelId="{95277301-671E-4635-AA09-AB28E9FE2FFD}" type="pres">
      <dgm:prSet presAssocID="{D5E5AEB8-9ED8-E146-84BF-CE5FF2089416}" presName="bgRect" presStyleLbl="bgShp" presStyleIdx="1" presStyleCnt="4"/>
      <dgm:spPr/>
    </dgm:pt>
    <dgm:pt modelId="{EEBF6A9B-11FE-44FA-945B-F049D4C20C7D}" type="pres">
      <dgm:prSet presAssocID="{D5E5AEB8-9ED8-E146-84BF-CE5FF20894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EDB4E55-5B9B-44B6-9C42-750F7200E68F}" type="pres">
      <dgm:prSet presAssocID="{D5E5AEB8-9ED8-E146-84BF-CE5FF2089416}" presName="spaceRect" presStyleCnt="0"/>
      <dgm:spPr/>
    </dgm:pt>
    <dgm:pt modelId="{35E6B5A6-7940-4225-AFC8-26B99D5918F6}" type="pres">
      <dgm:prSet presAssocID="{D5E5AEB8-9ED8-E146-84BF-CE5FF2089416}" presName="parTx" presStyleLbl="revTx" presStyleIdx="1" presStyleCnt="4">
        <dgm:presLayoutVars>
          <dgm:chMax val="0"/>
          <dgm:chPref val="0"/>
        </dgm:presLayoutVars>
      </dgm:prSet>
      <dgm:spPr/>
    </dgm:pt>
    <dgm:pt modelId="{17C90958-B4E0-4703-813A-5389415E552E}" type="pres">
      <dgm:prSet presAssocID="{E96A6940-50ED-E447-81AA-106E8195CCBA}" presName="sibTrans" presStyleCnt="0"/>
      <dgm:spPr/>
    </dgm:pt>
    <dgm:pt modelId="{4966125B-7890-4A30-AF31-04B0DAD5AA6E}" type="pres">
      <dgm:prSet presAssocID="{4759B038-099C-ED44-81B6-A9CD943B6059}" presName="compNode" presStyleCnt="0"/>
      <dgm:spPr/>
    </dgm:pt>
    <dgm:pt modelId="{E5A30E77-7E35-4FCF-A8DE-20C79F23BB5A}" type="pres">
      <dgm:prSet presAssocID="{4759B038-099C-ED44-81B6-A9CD943B6059}" presName="bgRect" presStyleLbl="bgShp" presStyleIdx="2" presStyleCnt="4"/>
      <dgm:spPr/>
    </dgm:pt>
    <dgm:pt modelId="{E12DEE63-6254-4649-971F-456A485F2AB1}" type="pres">
      <dgm:prSet presAssocID="{4759B038-099C-ED44-81B6-A9CD943B60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7D387CC0-F2D0-4DB7-A35C-D821D0DE95B6}" type="pres">
      <dgm:prSet presAssocID="{4759B038-099C-ED44-81B6-A9CD943B6059}" presName="spaceRect" presStyleCnt="0"/>
      <dgm:spPr/>
    </dgm:pt>
    <dgm:pt modelId="{030921B2-E00B-46B8-8B0F-5DE2440A47E4}" type="pres">
      <dgm:prSet presAssocID="{4759B038-099C-ED44-81B6-A9CD943B6059}" presName="parTx" presStyleLbl="revTx" presStyleIdx="2" presStyleCnt="4">
        <dgm:presLayoutVars>
          <dgm:chMax val="0"/>
          <dgm:chPref val="0"/>
        </dgm:presLayoutVars>
      </dgm:prSet>
      <dgm:spPr/>
    </dgm:pt>
    <dgm:pt modelId="{CA77BA70-F953-4CEA-B5AF-B42781269391}" type="pres">
      <dgm:prSet presAssocID="{3E4F979C-E3C2-4A47-8D27-79E0B303B7A2}" presName="sibTrans" presStyleCnt="0"/>
      <dgm:spPr/>
    </dgm:pt>
    <dgm:pt modelId="{B6C33583-8678-44D8-A00E-D0CF77AF2AC0}" type="pres">
      <dgm:prSet presAssocID="{6CBCE3CC-F1C2-234B-9752-9CFA7FAC4E78}" presName="compNode" presStyleCnt="0"/>
      <dgm:spPr/>
    </dgm:pt>
    <dgm:pt modelId="{79986946-1F0C-4682-8C23-7A3A48195098}" type="pres">
      <dgm:prSet presAssocID="{6CBCE3CC-F1C2-234B-9752-9CFA7FAC4E78}" presName="bgRect" presStyleLbl="bgShp" presStyleIdx="3" presStyleCnt="4"/>
      <dgm:spPr/>
    </dgm:pt>
    <dgm:pt modelId="{46C61AB5-4DBD-4BE3-97C4-010BBBCDCC4E}" type="pres">
      <dgm:prSet presAssocID="{6CBCE3CC-F1C2-234B-9752-9CFA7FAC4E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ttens"/>
        </a:ext>
      </dgm:extLst>
    </dgm:pt>
    <dgm:pt modelId="{FE72467B-688F-4C4E-A6A2-6BFC2B76F69D}" type="pres">
      <dgm:prSet presAssocID="{6CBCE3CC-F1C2-234B-9752-9CFA7FAC4E78}" presName="spaceRect" presStyleCnt="0"/>
      <dgm:spPr/>
    </dgm:pt>
    <dgm:pt modelId="{F6E8FA2D-D39B-4C73-8684-B93BE5E09B8B}" type="pres">
      <dgm:prSet presAssocID="{6CBCE3CC-F1C2-234B-9752-9CFA7FAC4E7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3D5C61E-89D1-7448-9966-B24185162EE1}" type="presOf" srcId="{A5E6B481-7FD5-2444-B975-685F829BEEEA}" destId="{1F9B8B36-49B5-430D-8118-6B7DF5752DC6}" srcOrd="0" destOrd="0" presId="urn:microsoft.com/office/officeart/2018/2/layout/IconVerticalSolidList"/>
    <dgm:cxn modelId="{447D4A2D-AF07-6748-8057-DE04415E9C3B}" type="presOf" srcId="{4759B038-099C-ED44-81B6-A9CD943B6059}" destId="{030921B2-E00B-46B8-8B0F-5DE2440A47E4}" srcOrd="0" destOrd="0" presId="urn:microsoft.com/office/officeart/2018/2/layout/IconVerticalSolidList"/>
    <dgm:cxn modelId="{12C29A4C-4142-F441-88EA-9D2474FC3926}" type="presOf" srcId="{AAB00C88-F8F3-3345-A2AF-17F03ADF4CAC}" destId="{441B41E9-ADAE-4655-A7B5-2EBF1F01B497}" srcOrd="0" destOrd="0" presId="urn:microsoft.com/office/officeart/2018/2/layout/IconVerticalSolidList"/>
    <dgm:cxn modelId="{07AC1E5D-216D-E749-902F-EEE040C9747C}" type="presOf" srcId="{6CBCE3CC-F1C2-234B-9752-9CFA7FAC4E78}" destId="{F6E8FA2D-D39B-4C73-8684-B93BE5E09B8B}" srcOrd="0" destOrd="0" presId="urn:microsoft.com/office/officeart/2018/2/layout/IconVerticalSolidList"/>
    <dgm:cxn modelId="{BC567A75-22B5-9B4F-B413-0C1066243A08}" srcId="{AAB00C88-F8F3-3345-A2AF-17F03ADF4CAC}" destId="{D5E5AEB8-9ED8-E146-84BF-CE5FF2089416}" srcOrd="1" destOrd="0" parTransId="{B39543C5-4941-884B-932F-6BB1A9F75F28}" sibTransId="{E96A6940-50ED-E447-81AA-106E8195CCBA}"/>
    <dgm:cxn modelId="{FF426CA6-B413-5348-90E0-B80BC2EEE764}" srcId="{AAB00C88-F8F3-3345-A2AF-17F03ADF4CAC}" destId="{4759B038-099C-ED44-81B6-A9CD943B6059}" srcOrd="2" destOrd="0" parTransId="{FDEE23E9-E37F-C841-A063-594E2B376945}" sibTransId="{3E4F979C-E3C2-4A47-8D27-79E0B303B7A2}"/>
    <dgm:cxn modelId="{8A1C4FAA-B22F-0C4E-846C-4F4E4800A121}" srcId="{AAB00C88-F8F3-3345-A2AF-17F03ADF4CAC}" destId="{A5E6B481-7FD5-2444-B975-685F829BEEEA}" srcOrd="0" destOrd="0" parTransId="{B717A20D-0968-AF49-BCA9-EA83D34C30E2}" sibTransId="{41005161-8127-044D-8B55-EBEE7E598F42}"/>
    <dgm:cxn modelId="{494612D2-7DC8-AA4C-AC05-49FC55E756BB}" type="presOf" srcId="{D5E5AEB8-9ED8-E146-84BF-CE5FF2089416}" destId="{35E6B5A6-7940-4225-AFC8-26B99D5918F6}" srcOrd="0" destOrd="0" presId="urn:microsoft.com/office/officeart/2018/2/layout/IconVerticalSolidList"/>
    <dgm:cxn modelId="{A429F6EF-15F4-0146-9203-05191D2FE838}" srcId="{AAB00C88-F8F3-3345-A2AF-17F03ADF4CAC}" destId="{6CBCE3CC-F1C2-234B-9752-9CFA7FAC4E78}" srcOrd="3" destOrd="0" parTransId="{904D00A9-7EC2-0D49-890D-EC889FBDFDC1}" sibTransId="{2AA3879F-BC19-7947-A367-8DBDEFD7D473}"/>
    <dgm:cxn modelId="{7A18FC86-6A0B-1349-814F-97F1E2F65A83}" type="presParOf" srcId="{441B41E9-ADAE-4655-A7B5-2EBF1F01B497}" destId="{A27FC6AB-FBCE-4089-8C3B-13AF1E97FE87}" srcOrd="0" destOrd="0" presId="urn:microsoft.com/office/officeart/2018/2/layout/IconVerticalSolidList"/>
    <dgm:cxn modelId="{AB8281E6-12B3-FC43-A2E2-B4FB179077E3}" type="presParOf" srcId="{A27FC6AB-FBCE-4089-8C3B-13AF1E97FE87}" destId="{155EECF0-63FB-47D9-A8EA-5A518A6D722D}" srcOrd="0" destOrd="0" presId="urn:microsoft.com/office/officeart/2018/2/layout/IconVerticalSolidList"/>
    <dgm:cxn modelId="{B07ADC4B-51CB-0444-A6C7-7623400DAB9B}" type="presParOf" srcId="{A27FC6AB-FBCE-4089-8C3B-13AF1E97FE87}" destId="{5F39CEE3-1C9F-4D25-A23E-E7DAFDB0EF3E}" srcOrd="1" destOrd="0" presId="urn:microsoft.com/office/officeart/2018/2/layout/IconVerticalSolidList"/>
    <dgm:cxn modelId="{02FCF362-B363-AA41-BFF4-AA52F6F1C193}" type="presParOf" srcId="{A27FC6AB-FBCE-4089-8C3B-13AF1E97FE87}" destId="{88E59E04-5A08-4235-8946-669AAFDC1CB5}" srcOrd="2" destOrd="0" presId="urn:microsoft.com/office/officeart/2018/2/layout/IconVerticalSolidList"/>
    <dgm:cxn modelId="{02D73540-FD36-AB43-AF18-01197C7BF5B2}" type="presParOf" srcId="{A27FC6AB-FBCE-4089-8C3B-13AF1E97FE87}" destId="{1F9B8B36-49B5-430D-8118-6B7DF5752DC6}" srcOrd="3" destOrd="0" presId="urn:microsoft.com/office/officeart/2018/2/layout/IconVerticalSolidList"/>
    <dgm:cxn modelId="{5F8C11D1-C196-5041-A717-1A5CDCF9D415}" type="presParOf" srcId="{441B41E9-ADAE-4655-A7B5-2EBF1F01B497}" destId="{13C6E1BB-BE7E-4068-9F94-F8FF4C3BE07C}" srcOrd="1" destOrd="0" presId="urn:microsoft.com/office/officeart/2018/2/layout/IconVerticalSolidList"/>
    <dgm:cxn modelId="{43440C29-B951-FC4D-9F91-63B7ED21143A}" type="presParOf" srcId="{441B41E9-ADAE-4655-A7B5-2EBF1F01B497}" destId="{8C0C9DBD-5D45-4B8E-AE71-0BA9C8E19E78}" srcOrd="2" destOrd="0" presId="urn:microsoft.com/office/officeart/2018/2/layout/IconVerticalSolidList"/>
    <dgm:cxn modelId="{155D685B-262D-0948-92A7-043DC87A1313}" type="presParOf" srcId="{8C0C9DBD-5D45-4B8E-AE71-0BA9C8E19E78}" destId="{95277301-671E-4635-AA09-AB28E9FE2FFD}" srcOrd="0" destOrd="0" presId="urn:microsoft.com/office/officeart/2018/2/layout/IconVerticalSolidList"/>
    <dgm:cxn modelId="{62ED2047-5A24-8244-81F2-EE0AD835636C}" type="presParOf" srcId="{8C0C9DBD-5D45-4B8E-AE71-0BA9C8E19E78}" destId="{EEBF6A9B-11FE-44FA-945B-F049D4C20C7D}" srcOrd="1" destOrd="0" presId="urn:microsoft.com/office/officeart/2018/2/layout/IconVerticalSolidList"/>
    <dgm:cxn modelId="{96B99E82-6968-B44A-A25F-A5BB775849CF}" type="presParOf" srcId="{8C0C9DBD-5D45-4B8E-AE71-0BA9C8E19E78}" destId="{8EDB4E55-5B9B-44B6-9C42-750F7200E68F}" srcOrd="2" destOrd="0" presId="urn:microsoft.com/office/officeart/2018/2/layout/IconVerticalSolidList"/>
    <dgm:cxn modelId="{3F5FA68C-7EBE-E048-A712-57DACC5079E0}" type="presParOf" srcId="{8C0C9DBD-5D45-4B8E-AE71-0BA9C8E19E78}" destId="{35E6B5A6-7940-4225-AFC8-26B99D5918F6}" srcOrd="3" destOrd="0" presId="urn:microsoft.com/office/officeart/2018/2/layout/IconVerticalSolidList"/>
    <dgm:cxn modelId="{7AD9EE71-7ECA-9942-BA24-E960CD8F580F}" type="presParOf" srcId="{441B41E9-ADAE-4655-A7B5-2EBF1F01B497}" destId="{17C90958-B4E0-4703-813A-5389415E552E}" srcOrd="3" destOrd="0" presId="urn:microsoft.com/office/officeart/2018/2/layout/IconVerticalSolidList"/>
    <dgm:cxn modelId="{AE004A95-220D-BD46-B601-FD24F7C51F8D}" type="presParOf" srcId="{441B41E9-ADAE-4655-A7B5-2EBF1F01B497}" destId="{4966125B-7890-4A30-AF31-04B0DAD5AA6E}" srcOrd="4" destOrd="0" presId="urn:microsoft.com/office/officeart/2018/2/layout/IconVerticalSolidList"/>
    <dgm:cxn modelId="{ED636E71-EE8A-A34D-8E14-B69B5C7FC2F4}" type="presParOf" srcId="{4966125B-7890-4A30-AF31-04B0DAD5AA6E}" destId="{E5A30E77-7E35-4FCF-A8DE-20C79F23BB5A}" srcOrd="0" destOrd="0" presId="urn:microsoft.com/office/officeart/2018/2/layout/IconVerticalSolidList"/>
    <dgm:cxn modelId="{A531D442-7DB6-3149-B38B-BECDF1F71878}" type="presParOf" srcId="{4966125B-7890-4A30-AF31-04B0DAD5AA6E}" destId="{E12DEE63-6254-4649-971F-456A485F2AB1}" srcOrd="1" destOrd="0" presId="urn:microsoft.com/office/officeart/2018/2/layout/IconVerticalSolidList"/>
    <dgm:cxn modelId="{A7995FAA-0A6F-CD4D-B7CE-9746DFC0CD05}" type="presParOf" srcId="{4966125B-7890-4A30-AF31-04B0DAD5AA6E}" destId="{7D387CC0-F2D0-4DB7-A35C-D821D0DE95B6}" srcOrd="2" destOrd="0" presId="urn:microsoft.com/office/officeart/2018/2/layout/IconVerticalSolidList"/>
    <dgm:cxn modelId="{703E85E8-B6B2-8D45-B4E2-22E10A76D617}" type="presParOf" srcId="{4966125B-7890-4A30-AF31-04B0DAD5AA6E}" destId="{030921B2-E00B-46B8-8B0F-5DE2440A47E4}" srcOrd="3" destOrd="0" presId="urn:microsoft.com/office/officeart/2018/2/layout/IconVerticalSolidList"/>
    <dgm:cxn modelId="{ED577EA8-A637-4948-A9FB-F660BD623E8C}" type="presParOf" srcId="{441B41E9-ADAE-4655-A7B5-2EBF1F01B497}" destId="{CA77BA70-F953-4CEA-B5AF-B42781269391}" srcOrd="5" destOrd="0" presId="urn:microsoft.com/office/officeart/2018/2/layout/IconVerticalSolidList"/>
    <dgm:cxn modelId="{B6FDE16B-9D0F-8241-BC9E-512F3760D93C}" type="presParOf" srcId="{441B41E9-ADAE-4655-A7B5-2EBF1F01B497}" destId="{B6C33583-8678-44D8-A00E-D0CF77AF2AC0}" srcOrd="6" destOrd="0" presId="urn:microsoft.com/office/officeart/2018/2/layout/IconVerticalSolidList"/>
    <dgm:cxn modelId="{8D3BFF1D-2833-424F-8E95-8B1AD19309ED}" type="presParOf" srcId="{B6C33583-8678-44D8-A00E-D0CF77AF2AC0}" destId="{79986946-1F0C-4682-8C23-7A3A48195098}" srcOrd="0" destOrd="0" presId="urn:microsoft.com/office/officeart/2018/2/layout/IconVerticalSolidList"/>
    <dgm:cxn modelId="{00B24E0B-4722-EA40-902C-163B28D5A58B}" type="presParOf" srcId="{B6C33583-8678-44D8-A00E-D0CF77AF2AC0}" destId="{46C61AB5-4DBD-4BE3-97C4-010BBBCDCC4E}" srcOrd="1" destOrd="0" presId="urn:microsoft.com/office/officeart/2018/2/layout/IconVerticalSolidList"/>
    <dgm:cxn modelId="{3E817E95-6779-A44E-961A-661B4F6B88F1}" type="presParOf" srcId="{B6C33583-8678-44D8-A00E-D0CF77AF2AC0}" destId="{FE72467B-688F-4C4E-A6A2-6BFC2B76F69D}" srcOrd="2" destOrd="0" presId="urn:microsoft.com/office/officeart/2018/2/layout/IconVerticalSolidList"/>
    <dgm:cxn modelId="{EEE139F9-3D07-7943-92A1-8F32C770060E}" type="presParOf" srcId="{B6C33583-8678-44D8-A00E-D0CF77AF2AC0}" destId="{F6E8FA2D-D39B-4C73-8684-B93BE5E09B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EB77A6-11A2-4F21-A94D-CF23659EA0F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F89EA6-258F-47ED-B6B1-0A3489F10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Dataset: Combination of custom images (robotic arm), open-source datasets (e.g., Rubik’s cubes), and simulated images.</a:t>
          </a:r>
          <a:endParaRPr lang="en-US"/>
        </a:p>
      </dgm:t>
    </dgm:pt>
    <dgm:pt modelId="{B79B7186-1582-4CFC-ABBD-83E284A06588}" type="parTrans" cxnId="{24781398-8537-4BBB-AE01-03628122B813}">
      <dgm:prSet/>
      <dgm:spPr/>
      <dgm:t>
        <a:bodyPr/>
        <a:lstStyle/>
        <a:p>
          <a:endParaRPr lang="en-US"/>
        </a:p>
      </dgm:t>
    </dgm:pt>
    <dgm:pt modelId="{98F98602-956F-4A32-A0AB-1EB269F1103D}" type="sibTrans" cxnId="{24781398-8537-4BBB-AE01-03628122B813}">
      <dgm:prSet/>
      <dgm:spPr/>
      <dgm:t>
        <a:bodyPr/>
        <a:lstStyle/>
        <a:p>
          <a:endParaRPr lang="en-US"/>
        </a:p>
      </dgm:t>
    </dgm:pt>
    <dgm:pt modelId="{EA308B9C-A30D-42B1-A901-1A66996425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Preprocessing: Resizing, normalization, augmentation (rotation, flipping, brightness, etc.).</a:t>
          </a:r>
          <a:endParaRPr lang="en-US"/>
        </a:p>
      </dgm:t>
    </dgm:pt>
    <dgm:pt modelId="{A7D50C42-C5DF-4CF8-A3A2-2AD3E2DFDF29}" type="parTrans" cxnId="{0B3EEE31-2C0E-4ADF-9FC3-5992CC222619}">
      <dgm:prSet/>
      <dgm:spPr/>
      <dgm:t>
        <a:bodyPr/>
        <a:lstStyle/>
        <a:p>
          <a:endParaRPr lang="en-US"/>
        </a:p>
      </dgm:t>
    </dgm:pt>
    <dgm:pt modelId="{CB4FBFB1-3EBD-44B9-8ED1-6BF2EC09C05F}" type="sibTrans" cxnId="{0B3EEE31-2C0E-4ADF-9FC3-5992CC222619}">
      <dgm:prSet/>
      <dgm:spPr/>
      <dgm:t>
        <a:bodyPr/>
        <a:lstStyle/>
        <a:p>
          <a:endParaRPr lang="en-US"/>
        </a:p>
      </dgm:t>
    </dgm:pt>
    <dgm:pt modelId="{69815CC2-4574-4717-ADEC-70CE42FFB8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Training: Fine-tuning YOLO and Mobilenet on color-labeled cubes and sticky notes.</a:t>
          </a:r>
          <a:endParaRPr lang="en-US"/>
        </a:p>
      </dgm:t>
    </dgm:pt>
    <dgm:pt modelId="{D05F4FC9-BA18-4482-BD0C-A3831CEF0F03}" type="parTrans" cxnId="{37DE0404-3656-442B-9535-815995EF9E4B}">
      <dgm:prSet/>
      <dgm:spPr/>
      <dgm:t>
        <a:bodyPr/>
        <a:lstStyle/>
        <a:p>
          <a:endParaRPr lang="en-US"/>
        </a:p>
      </dgm:t>
    </dgm:pt>
    <dgm:pt modelId="{206AE656-403B-4543-A69D-30C6140422A0}" type="sibTrans" cxnId="{37DE0404-3656-442B-9535-815995EF9E4B}">
      <dgm:prSet/>
      <dgm:spPr/>
      <dgm:t>
        <a:bodyPr/>
        <a:lstStyle/>
        <a:p>
          <a:endParaRPr lang="en-US"/>
        </a:p>
      </dgm:t>
    </dgm:pt>
    <dgm:pt modelId="{2A83DB18-4BC0-47B9-A091-227C61F8EF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Evaluation: Cross-validation, accuracy and mAP metrics.</a:t>
          </a:r>
          <a:endParaRPr lang="en-US"/>
        </a:p>
      </dgm:t>
    </dgm:pt>
    <dgm:pt modelId="{EDC4173C-3411-4DDF-A6C7-A4B97CDFBDA7}" type="parTrans" cxnId="{26E9089A-13A0-4C3E-8FB6-D4ADEDD2A4C8}">
      <dgm:prSet/>
      <dgm:spPr/>
      <dgm:t>
        <a:bodyPr/>
        <a:lstStyle/>
        <a:p>
          <a:endParaRPr lang="en-US"/>
        </a:p>
      </dgm:t>
    </dgm:pt>
    <dgm:pt modelId="{31FA2305-1D20-4F80-9BEA-3017DC9BA860}" type="sibTrans" cxnId="{26E9089A-13A0-4C3E-8FB6-D4ADEDD2A4C8}">
      <dgm:prSet/>
      <dgm:spPr/>
      <dgm:t>
        <a:bodyPr/>
        <a:lstStyle/>
        <a:p>
          <a:endParaRPr lang="en-US"/>
        </a:p>
      </dgm:t>
    </dgm:pt>
    <dgm:pt modelId="{18EB247B-F408-4B8F-94C1-DE3E70887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Deployment: Quantized models for TensorFlow Lite, optimized for ARM.</a:t>
          </a:r>
          <a:endParaRPr lang="en-US"/>
        </a:p>
      </dgm:t>
    </dgm:pt>
    <dgm:pt modelId="{32341776-0E42-4678-9927-5E7B1DF8DFCD}" type="parTrans" cxnId="{D8A566F4-C545-4AF2-B0A3-819FBE6880A0}">
      <dgm:prSet/>
      <dgm:spPr/>
      <dgm:t>
        <a:bodyPr/>
        <a:lstStyle/>
        <a:p>
          <a:endParaRPr lang="en-US"/>
        </a:p>
      </dgm:t>
    </dgm:pt>
    <dgm:pt modelId="{F45B8680-FE35-4CDC-8AC3-00610389BB26}" type="sibTrans" cxnId="{D8A566F4-C545-4AF2-B0A3-819FBE6880A0}">
      <dgm:prSet/>
      <dgm:spPr/>
      <dgm:t>
        <a:bodyPr/>
        <a:lstStyle/>
        <a:p>
          <a:endParaRPr lang="en-US"/>
        </a:p>
      </dgm:t>
    </dgm:pt>
    <dgm:pt modelId="{40C0250B-2099-4F9A-AFA7-446BFF240176}" type="pres">
      <dgm:prSet presAssocID="{0CEB77A6-11A2-4F21-A94D-CF23659EA0F8}" presName="root" presStyleCnt="0">
        <dgm:presLayoutVars>
          <dgm:dir/>
          <dgm:resizeHandles val="exact"/>
        </dgm:presLayoutVars>
      </dgm:prSet>
      <dgm:spPr/>
    </dgm:pt>
    <dgm:pt modelId="{AF95ADDD-B5EC-41A4-9A21-B54D6FCD0E37}" type="pres">
      <dgm:prSet presAssocID="{5DF89EA6-258F-47ED-B6B1-0A3489F103F3}" presName="compNode" presStyleCnt="0"/>
      <dgm:spPr/>
    </dgm:pt>
    <dgm:pt modelId="{E4B66BA3-CF00-4181-9717-83C143E64C25}" type="pres">
      <dgm:prSet presAssocID="{5DF89EA6-258F-47ED-B6B1-0A3489F103F3}" presName="bgRect" presStyleLbl="bgShp" presStyleIdx="0" presStyleCnt="5"/>
      <dgm:spPr/>
    </dgm:pt>
    <dgm:pt modelId="{E4702BB1-D9E6-4618-9C27-998E6EBD34D8}" type="pres">
      <dgm:prSet presAssocID="{5DF89EA6-258F-47ED-B6B1-0A3489F103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CB4326-B07B-41A2-B281-FB47E159E2EE}" type="pres">
      <dgm:prSet presAssocID="{5DF89EA6-258F-47ED-B6B1-0A3489F103F3}" presName="spaceRect" presStyleCnt="0"/>
      <dgm:spPr/>
    </dgm:pt>
    <dgm:pt modelId="{9FF12206-EAEC-4353-BBA4-38D478CE40A8}" type="pres">
      <dgm:prSet presAssocID="{5DF89EA6-258F-47ED-B6B1-0A3489F103F3}" presName="parTx" presStyleLbl="revTx" presStyleIdx="0" presStyleCnt="5">
        <dgm:presLayoutVars>
          <dgm:chMax val="0"/>
          <dgm:chPref val="0"/>
        </dgm:presLayoutVars>
      </dgm:prSet>
      <dgm:spPr/>
    </dgm:pt>
    <dgm:pt modelId="{5FA84E67-6115-4690-9EA4-158DC146A75C}" type="pres">
      <dgm:prSet presAssocID="{98F98602-956F-4A32-A0AB-1EB269F1103D}" presName="sibTrans" presStyleCnt="0"/>
      <dgm:spPr/>
    </dgm:pt>
    <dgm:pt modelId="{BB1617B3-F65F-4357-BEBB-4EF796B04F23}" type="pres">
      <dgm:prSet presAssocID="{EA308B9C-A30D-42B1-A901-1A6699642556}" presName="compNode" presStyleCnt="0"/>
      <dgm:spPr/>
    </dgm:pt>
    <dgm:pt modelId="{CDBDE8A9-F7AA-4DD7-94E3-AD89DC73D681}" type="pres">
      <dgm:prSet presAssocID="{EA308B9C-A30D-42B1-A901-1A6699642556}" presName="bgRect" presStyleLbl="bgShp" presStyleIdx="1" presStyleCnt="5"/>
      <dgm:spPr/>
    </dgm:pt>
    <dgm:pt modelId="{774CE414-0E1D-4F27-B961-3982603CAF17}" type="pres">
      <dgm:prSet presAssocID="{EA308B9C-A30D-42B1-A901-1A66996425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6B0129B7-9E35-4BE7-A50A-11E4388ABCD9}" type="pres">
      <dgm:prSet presAssocID="{EA308B9C-A30D-42B1-A901-1A6699642556}" presName="spaceRect" presStyleCnt="0"/>
      <dgm:spPr/>
    </dgm:pt>
    <dgm:pt modelId="{D6C9812F-1A26-4552-8613-D95825B533D2}" type="pres">
      <dgm:prSet presAssocID="{EA308B9C-A30D-42B1-A901-1A6699642556}" presName="parTx" presStyleLbl="revTx" presStyleIdx="1" presStyleCnt="5">
        <dgm:presLayoutVars>
          <dgm:chMax val="0"/>
          <dgm:chPref val="0"/>
        </dgm:presLayoutVars>
      </dgm:prSet>
      <dgm:spPr/>
    </dgm:pt>
    <dgm:pt modelId="{0876E73B-30C5-4F31-9509-3733BBEC41A0}" type="pres">
      <dgm:prSet presAssocID="{CB4FBFB1-3EBD-44B9-8ED1-6BF2EC09C05F}" presName="sibTrans" presStyleCnt="0"/>
      <dgm:spPr/>
    </dgm:pt>
    <dgm:pt modelId="{9DF0410D-BDC3-45B8-B268-1F87BE92E834}" type="pres">
      <dgm:prSet presAssocID="{69815CC2-4574-4717-ADEC-70CE42FFB8B1}" presName="compNode" presStyleCnt="0"/>
      <dgm:spPr/>
    </dgm:pt>
    <dgm:pt modelId="{2276427B-D4B5-4CD3-933C-FA488FC73978}" type="pres">
      <dgm:prSet presAssocID="{69815CC2-4574-4717-ADEC-70CE42FFB8B1}" presName="bgRect" presStyleLbl="bgShp" presStyleIdx="2" presStyleCnt="5"/>
      <dgm:spPr/>
    </dgm:pt>
    <dgm:pt modelId="{15D89DEA-24BA-4594-A147-35C7A19E0A8D}" type="pres">
      <dgm:prSet presAssocID="{69815CC2-4574-4717-ADEC-70CE42FFB8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8C49D5EB-5421-4877-9AC0-81B195315069}" type="pres">
      <dgm:prSet presAssocID="{69815CC2-4574-4717-ADEC-70CE42FFB8B1}" presName="spaceRect" presStyleCnt="0"/>
      <dgm:spPr/>
    </dgm:pt>
    <dgm:pt modelId="{479B3DA7-BB9F-421C-937B-B0949A2F9A67}" type="pres">
      <dgm:prSet presAssocID="{69815CC2-4574-4717-ADEC-70CE42FFB8B1}" presName="parTx" presStyleLbl="revTx" presStyleIdx="2" presStyleCnt="5">
        <dgm:presLayoutVars>
          <dgm:chMax val="0"/>
          <dgm:chPref val="0"/>
        </dgm:presLayoutVars>
      </dgm:prSet>
      <dgm:spPr/>
    </dgm:pt>
    <dgm:pt modelId="{213880F8-CADB-4363-88D7-9B559C2C0BE2}" type="pres">
      <dgm:prSet presAssocID="{206AE656-403B-4543-A69D-30C6140422A0}" presName="sibTrans" presStyleCnt="0"/>
      <dgm:spPr/>
    </dgm:pt>
    <dgm:pt modelId="{DE9708B8-5FA8-49CB-9022-2D988F633EBF}" type="pres">
      <dgm:prSet presAssocID="{2A83DB18-4BC0-47B9-A091-227C61F8EF0F}" presName="compNode" presStyleCnt="0"/>
      <dgm:spPr/>
    </dgm:pt>
    <dgm:pt modelId="{B37D08D4-97EC-40CA-AD1B-84CBDBF6B74F}" type="pres">
      <dgm:prSet presAssocID="{2A83DB18-4BC0-47B9-A091-227C61F8EF0F}" presName="bgRect" presStyleLbl="bgShp" presStyleIdx="3" presStyleCnt="5"/>
      <dgm:spPr/>
    </dgm:pt>
    <dgm:pt modelId="{1A8F4EC1-5F74-4B00-857F-345E9DEBEAE5}" type="pres">
      <dgm:prSet presAssocID="{2A83DB18-4BC0-47B9-A091-227C61F8EF0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7F77CDF-5D3B-4B77-B303-057302DA2F74}" type="pres">
      <dgm:prSet presAssocID="{2A83DB18-4BC0-47B9-A091-227C61F8EF0F}" presName="spaceRect" presStyleCnt="0"/>
      <dgm:spPr/>
    </dgm:pt>
    <dgm:pt modelId="{1526E850-46C9-4DBA-AE14-02DD9D7F9D8B}" type="pres">
      <dgm:prSet presAssocID="{2A83DB18-4BC0-47B9-A091-227C61F8EF0F}" presName="parTx" presStyleLbl="revTx" presStyleIdx="3" presStyleCnt="5">
        <dgm:presLayoutVars>
          <dgm:chMax val="0"/>
          <dgm:chPref val="0"/>
        </dgm:presLayoutVars>
      </dgm:prSet>
      <dgm:spPr/>
    </dgm:pt>
    <dgm:pt modelId="{B25EDAC4-FF15-428B-8C26-13D2C31A9782}" type="pres">
      <dgm:prSet presAssocID="{31FA2305-1D20-4F80-9BEA-3017DC9BA860}" presName="sibTrans" presStyleCnt="0"/>
      <dgm:spPr/>
    </dgm:pt>
    <dgm:pt modelId="{BEC77709-3C98-4CFA-902E-49677A744AB5}" type="pres">
      <dgm:prSet presAssocID="{18EB247B-F408-4B8F-94C1-DE3E70887949}" presName="compNode" presStyleCnt="0"/>
      <dgm:spPr/>
    </dgm:pt>
    <dgm:pt modelId="{717613B2-9137-44A6-99FF-FDB74A016036}" type="pres">
      <dgm:prSet presAssocID="{18EB247B-F408-4B8F-94C1-DE3E70887949}" presName="bgRect" presStyleLbl="bgShp" presStyleIdx="4" presStyleCnt="5"/>
      <dgm:spPr/>
    </dgm:pt>
    <dgm:pt modelId="{808A0535-0F81-400C-A8FD-F2D01DAEE0CA}" type="pres">
      <dgm:prSet presAssocID="{18EB247B-F408-4B8F-94C1-DE3E7088794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8686E5F-6F3B-4CD7-9521-226742DE5AEE}" type="pres">
      <dgm:prSet presAssocID="{18EB247B-F408-4B8F-94C1-DE3E70887949}" presName="spaceRect" presStyleCnt="0"/>
      <dgm:spPr/>
    </dgm:pt>
    <dgm:pt modelId="{7163C7FD-8E17-4EDA-A23B-968D4C91AE60}" type="pres">
      <dgm:prSet presAssocID="{18EB247B-F408-4B8F-94C1-DE3E7088794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7DE0404-3656-442B-9535-815995EF9E4B}" srcId="{0CEB77A6-11A2-4F21-A94D-CF23659EA0F8}" destId="{69815CC2-4574-4717-ADEC-70CE42FFB8B1}" srcOrd="2" destOrd="0" parTransId="{D05F4FC9-BA18-4482-BD0C-A3831CEF0F03}" sibTransId="{206AE656-403B-4543-A69D-30C6140422A0}"/>
    <dgm:cxn modelId="{070A7F09-1C47-422F-86B2-EB174D3E59E3}" type="presOf" srcId="{0CEB77A6-11A2-4F21-A94D-CF23659EA0F8}" destId="{40C0250B-2099-4F9A-AFA7-446BFF240176}" srcOrd="0" destOrd="0" presId="urn:microsoft.com/office/officeart/2018/2/layout/IconVerticalSolidList"/>
    <dgm:cxn modelId="{0B3EEE31-2C0E-4ADF-9FC3-5992CC222619}" srcId="{0CEB77A6-11A2-4F21-A94D-CF23659EA0F8}" destId="{EA308B9C-A30D-42B1-A901-1A6699642556}" srcOrd="1" destOrd="0" parTransId="{A7D50C42-C5DF-4CF8-A3A2-2AD3E2DFDF29}" sibTransId="{CB4FBFB1-3EBD-44B9-8ED1-6BF2EC09C05F}"/>
    <dgm:cxn modelId="{24781398-8537-4BBB-AE01-03628122B813}" srcId="{0CEB77A6-11A2-4F21-A94D-CF23659EA0F8}" destId="{5DF89EA6-258F-47ED-B6B1-0A3489F103F3}" srcOrd="0" destOrd="0" parTransId="{B79B7186-1582-4CFC-ABBD-83E284A06588}" sibTransId="{98F98602-956F-4A32-A0AB-1EB269F1103D}"/>
    <dgm:cxn modelId="{26E9089A-13A0-4C3E-8FB6-D4ADEDD2A4C8}" srcId="{0CEB77A6-11A2-4F21-A94D-CF23659EA0F8}" destId="{2A83DB18-4BC0-47B9-A091-227C61F8EF0F}" srcOrd="3" destOrd="0" parTransId="{EDC4173C-3411-4DDF-A6C7-A4B97CDFBDA7}" sibTransId="{31FA2305-1D20-4F80-9BEA-3017DC9BA860}"/>
    <dgm:cxn modelId="{E0EFAEA7-6F96-42B0-840E-6A7EBC8DCA25}" type="presOf" srcId="{EA308B9C-A30D-42B1-A901-1A6699642556}" destId="{D6C9812F-1A26-4552-8613-D95825B533D2}" srcOrd="0" destOrd="0" presId="urn:microsoft.com/office/officeart/2018/2/layout/IconVerticalSolidList"/>
    <dgm:cxn modelId="{286C8CAB-4ADE-4AA0-B37F-12A540AEFB56}" type="presOf" srcId="{69815CC2-4574-4717-ADEC-70CE42FFB8B1}" destId="{479B3DA7-BB9F-421C-937B-B0949A2F9A67}" srcOrd="0" destOrd="0" presId="urn:microsoft.com/office/officeart/2018/2/layout/IconVerticalSolidList"/>
    <dgm:cxn modelId="{C5ACADAC-FC0A-46EB-9BAA-52362087167D}" type="presOf" srcId="{5DF89EA6-258F-47ED-B6B1-0A3489F103F3}" destId="{9FF12206-EAEC-4353-BBA4-38D478CE40A8}" srcOrd="0" destOrd="0" presId="urn:microsoft.com/office/officeart/2018/2/layout/IconVerticalSolidList"/>
    <dgm:cxn modelId="{959D64BB-5935-458E-BE32-4E2EAA0EC9E2}" type="presOf" srcId="{18EB247B-F408-4B8F-94C1-DE3E70887949}" destId="{7163C7FD-8E17-4EDA-A23B-968D4C91AE60}" srcOrd="0" destOrd="0" presId="urn:microsoft.com/office/officeart/2018/2/layout/IconVerticalSolidList"/>
    <dgm:cxn modelId="{BA8004DA-C928-4AD0-9104-3C9B10F735A9}" type="presOf" srcId="{2A83DB18-4BC0-47B9-A091-227C61F8EF0F}" destId="{1526E850-46C9-4DBA-AE14-02DD9D7F9D8B}" srcOrd="0" destOrd="0" presId="urn:microsoft.com/office/officeart/2018/2/layout/IconVerticalSolidList"/>
    <dgm:cxn modelId="{D8A566F4-C545-4AF2-B0A3-819FBE6880A0}" srcId="{0CEB77A6-11A2-4F21-A94D-CF23659EA0F8}" destId="{18EB247B-F408-4B8F-94C1-DE3E70887949}" srcOrd="4" destOrd="0" parTransId="{32341776-0E42-4678-9927-5E7B1DF8DFCD}" sibTransId="{F45B8680-FE35-4CDC-8AC3-00610389BB26}"/>
    <dgm:cxn modelId="{86AB3D44-BE13-4800-9186-0CC581847410}" type="presParOf" srcId="{40C0250B-2099-4F9A-AFA7-446BFF240176}" destId="{AF95ADDD-B5EC-41A4-9A21-B54D6FCD0E37}" srcOrd="0" destOrd="0" presId="urn:microsoft.com/office/officeart/2018/2/layout/IconVerticalSolidList"/>
    <dgm:cxn modelId="{EC1555EE-A035-4A4F-8A08-F2AE26495850}" type="presParOf" srcId="{AF95ADDD-B5EC-41A4-9A21-B54D6FCD0E37}" destId="{E4B66BA3-CF00-4181-9717-83C143E64C25}" srcOrd="0" destOrd="0" presId="urn:microsoft.com/office/officeart/2018/2/layout/IconVerticalSolidList"/>
    <dgm:cxn modelId="{1337D7B0-4C55-4D81-991C-200BE75AA4C5}" type="presParOf" srcId="{AF95ADDD-B5EC-41A4-9A21-B54D6FCD0E37}" destId="{E4702BB1-D9E6-4618-9C27-998E6EBD34D8}" srcOrd="1" destOrd="0" presId="urn:microsoft.com/office/officeart/2018/2/layout/IconVerticalSolidList"/>
    <dgm:cxn modelId="{705CD278-3697-40A1-8FF2-BB8BA8D1CF04}" type="presParOf" srcId="{AF95ADDD-B5EC-41A4-9A21-B54D6FCD0E37}" destId="{31CB4326-B07B-41A2-B281-FB47E159E2EE}" srcOrd="2" destOrd="0" presId="urn:microsoft.com/office/officeart/2018/2/layout/IconVerticalSolidList"/>
    <dgm:cxn modelId="{865A7AF1-1C0E-40F6-8A1C-5FB28A1F4E67}" type="presParOf" srcId="{AF95ADDD-B5EC-41A4-9A21-B54D6FCD0E37}" destId="{9FF12206-EAEC-4353-BBA4-38D478CE40A8}" srcOrd="3" destOrd="0" presId="urn:microsoft.com/office/officeart/2018/2/layout/IconVerticalSolidList"/>
    <dgm:cxn modelId="{FAED01C5-FC82-4952-8F98-E653EBB40564}" type="presParOf" srcId="{40C0250B-2099-4F9A-AFA7-446BFF240176}" destId="{5FA84E67-6115-4690-9EA4-158DC146A75C}" srcOrd="1" destOrd="0" presId="urn:microsoft.com/office/officeart/2018/2/layout/IconVerticalSolidList"/>
    <dgm:cxn modelId="{65640360-BA64-40F7-B274-03DF2798F944}" type="presParOf" srcId="{40C0250B-2099-4F9A-AFA7-446BFF240176}" destId="{BB1617B3-F65F-4357-BEBB-4EF796B04F23}" srcOrd="2" destOrd="0" presId="urn:microsoft.com/office/officeart/2018/2/layout/IconVerticalSolidList"/>
    <dgm:cxn modelId="{44D6BA39-3578-412F-9319-4E37CFFFAA9F}" type="presParOf" srcId="{BB1617B3-F65F-4357-BEBB-4EF796B04F23}" destId="{CDBDE8A9-F7AA-4DD7-94E3-AD89DC73D681}" srcOrd="0" destOrd="0" presId="urn:microsoft.com/office/officeart/2018/2/layout/IconVerticalSolidList"/>
    <dgm:cxn modelId="{CC816516-D040-40D8-9A17-BC66F9A4CEA7}" type="presParOf" srcId="{BB1617B3-F65F-4357-BEBB-4EF796B04F23}" destId="{774CE414-0E1D-4F27-B961-3982603CAF17}" srcOrd="1" destOrd="0" presId="urn:microsoft.com/office/officeart/2018/2/layout/IconVerticalSolidList"/>
    <dgm:cxn modelId="{3F601B3E-1F7A-4A55-84EA-6279528D8560}" type="presParOf" srcId="{BB1617B3-F65F-4357-BEBB-4EF796B04F23}" destId="{6B0129B7-9E35-4BE7-A50A-11E4388ABCD9}" srcOrd="2" destOrd="0" presId="urn:microsoft.com/office/officeart/2018/2/layout/IconVerticalSolidList"/>
    <dgm:cxn modelId="{ADF97A9E-9707-4812-A510-39F2D5B078EC}" type="presParOf" srcId="{BB1617B3-F65F-4357-BEBB-4EF796B04F23}" destId="{D6C9812F-1A26-4552-8613-D95825B533D2}" srcOrd="3" destOrd="0" presId="urn:microsoft.com/office/officeart/2018/2/layout/IconVerticalSolidList"/>
    <dgm:cxn modelId="{360ADE1D-7808-4EED-9CDD-B9BB8D4E6C82}" type="presParOf" srcId="{40C0250B-2099-4F9A-AFA7-446BFF240176}" destId="{0876E73B-30C5-4F31-9509-3733BBEC41A0}" srcOrd="3" destOrd="0" presId="urn:microsoft.com/office/officeart/2018/2/layout/IconVerticalSolidList"/>
    <dgm:cxn modelId="{B98DE4DD-EA37-46BE-A7D3-A348B4EFF870}" type="presParOf" srcId="{40C0250B-2099-4F9A-AFA7-446BFF240176}" destId="{9DF0410D-BDC3-45B8-B268-1F87BE92E834}" srcOrd="4" destOrd="0" presId="urn:microsoft.com/office/officeart/2018/2/layout/IconVerticalSolidList"/>
    <dgm:cxn modelId="{C88FE95D-C52F-46CE-8B5C-7BC6C05D32E8}" type="presParOf" srcId="{9DF0410D-BDC3-45B8-B268-1F87BE92E834}" destId="{2276427B-D4B5-4CD3-933C-FA488FC73978}" srcOrd="0" destOrd="0" presId="urn:microsoft.com/office/officeart/2018/2/layout/IconVerticalSolidList"/>
    <dgm:cxn modelId="{E7873ECF-460F-4937-8EC0-CFAD9B3A7E5C}" type="presParOf" srcId="{9DF0410D-BDC3-45B8-B268-1F87BE92E834}" destId="{15D89DEA-24BA-4594-A147-35C7A19E0A8D}" srcOrd="1" destOrd="0" presId="urn:microsoft.com/office/officeart/2018/2/layout/IconVerticalSolidList"/>
    <dgm:cxn modelId="{A9CA5647-B2F3-46E4-B869-3D80AFEA2515}" type="presParOf" srcId="{9DF0410D-BDC3-45B8-B268-1F87BE92E834}" destId="{8C49D5EB-5421-4877-9AC0-81B195315069}" srcOrd="2" destOrd="0" presId="urn:microsoft.com/office/officeart/2018/2/layout/IconVerticalSolidList"/>
    <dgm:cxn modelId="{6BC4700E-E26E-49D8-A2A1-345ABBFA58F5}" type="presParOf" srcId="{9DF0410D-BDC3-45B8-B268-1F87BE92E834}" destId="{479B3DA7-BB9F-421C-937B-B0949A2F9A67}" srcOrd="3" destOrd="0" presId="urn:microsoft.com/office/officeart/2018/2/layout/IconVerticalSolidList"/>
    <dgm:cxn modelId="{4193491B-7FEF-45A1-8BB7-BF29E9777510}" type="presParOf" srcId="{40C0250B-2099-4F9A-AFA7-446BFF240176}" destId="{213880F8-CADB-4363-88D7-9B559C2C0BE2}" srcOrd="5" destOrd="0" presId="urn:microsoft.com/office/officeart/2018/2/layout/IconVerticalSolidList"/>
    <dgm:cxn modelId="{41BE54F7-C0A1-4CAE-917B-BD983787F273}" type="presParOf" srcId="{40C0250B-2099-4F9A-AFA7-446BFF240176}" destId="{DE9708B8-5FA8-49CB-9022-2D988F633EBF}" srcOrd="6" destOrd="0" presId="urn:microsoft.com/office/officeart/2018/2/layout/IconVerticalSolidList"/>
    <dgm:cxn modelId="{34A79F99-352F-4BB9-A1AF-5E9326F92E47}" type="presParOf" srcId="{DE9708B8-5FA8-49CB-9022-2D988F633EBF}" destId="{B37D08D4-97EC-40CA-AD1B-84CBDBF6B74F}" srcOrd="0" destOrd="0" presId="urn:microsoft.com/office/officeart/2018/2/layout/IconVerticalSolidList"/>
    <dgm:cxn modelId="{527A26C3-46EF-49F2-9344-72561087E1B7}" type="presParOf" srcId="{DE9708B8-5FA8-49CB-9022-2D988F633EBF}" destId="{1A8F4EC1-5F74-4B00-857F-345E9DEBEAE5}" srcOrd="1" destOrd="0" presId="urn:microsoft.com/office/officeart/2018/2/layout/IconVerticalSolidList"/>
    <dgm:cxn modelId="{CA25876D-F506-47FA-AF82-65C99E30F884}" type="presParOf" srcId="{DE9708B8-5FA8-49CB-9022-2D988F633EBF}" destId="{B7F77CDF-5D3B-4B77-B303-057302DA2F74}" srcOrd="2" destOrd="0" presId="urn:microsoft.com/office/officeart/2018/2/layout/IconVerticalSolidList"/>
    <dgm:cxn modelId="{AD8099D9-1C4F-48E3-940C-2E2FB224EFC2}" type="presParOf" srcId="{DE9708B8-5FA8-49CB-9022-2D988F633EBF}" destId="{1526E850-46C9-4DBA-AE14-02DD9D7F9D8B}" srcOrd="3" destOrd="0" presId="urn:microsoft.com/office/officeart/2018/2/layout/IconVerticalSolidList"/>
    <dgm:cxn modelId="{A49F66BB-ABF7-460D-ABDB-31D3D3B13300}" type="presParOf" srcId="{40C0250B-2099-4F9A-AFA7-446BFF240176}" destId="{B25EDAC4-FF15-428B-8C26-13D2C31A9782}" srcOrd="7" destOrd="0" presId="urn:microsoft.com/office/officeart/2018/2/layout/IconVerticalSolidList"/>
    <dgm:cxn modelId="{CA4F6D23-4703-4098-BC86-DDBE144BA69F}" type="presParOf" srcId="{40C0250B-2099-4F9A-AFA7-446BFF240176}" destId="{BEC77709-3C98-4CFA-902E-49677A744AB5}" srcOrd="8" destOrd="0" presId="urn:microsoft.com/office/officeart/2018/2/layout/IconVerticalSolidList"/>
    <dgm:cxn modelId="{42740907-F282-45BD-A51A-14D0C6062DE3}" type="presParOf" srcId="{BEC77709-3C98-4CFA-902E-49677A744AB5}" destId="{717613B2-9137-44A6-99FF-FDB74A016036}" srcOrd="0" destOrd="0" presId="urn:microsoft.com/office/officeart/2018/2/layout/IconVerticalSolidList"/>
    <dgm:cxn modelId="{B8602255-473E-4C7F-8B84-E618A2D9D0B7}" type="presParOf" srcId="{BEC77709-3C98-4CFA-902E-49677A744AB5}" destId="{808A0535-0F81-400C-A8FD-F2D01DAEE0CA}" srcOrd="1" destOrd="0" presId="urn:microsoft.com/office/officeart/2018/2/layout/IconVerticalSolidList"/>
    <dgm:cxn modelId="{1F5A3620-ECBD-4848-9D0D-7CD3C73AB7D2}" type="presParOf" srcId="{BEC77709-3C98-4CFA-902E-49677A744AB5}" destId="{08686E5F-6F3B-4CD7-9521-226742DE5AEE}" srcOrd="2" destOrd="0" presId="urn:microsoft.com/office/officeart/2018/2/layout/IconVerticalSolidList"/>
    <dgm:cxn modelId="{6A4E1341-26DF-48B5-ABD1-4AC3261FF89F}" type="presParOf" srcId="{BEC77709-3C98-4CFA-902E-49677A744AB5}" destId="{7163C7FD-8E17-4EDA-A23B-968D4C91AE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955EB25-0CDE-4391-96F5-52EF6E90110C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FA0C98-18F5-4350-AD97-76E4D89EA16F}">
      <dgm:prSet/>
      <dgm:spPr/>
      <dgm:t>
        <a:bodyPr/>
        <a:lstStyle/>
        <a:p>
          <a:r>
            <a:rPr lang="en-US" b="0" i="0"/>
            <a:t>Education</a:t>
          </a:r>
          <a:endParaRPr lang="en-US"/>
        </a:p>
      </dgm:t>
    </dgm:pt>
    <dgm:pt modelId="{7860D171-CCA3-4F1C-B688-4D4E29B90CC3}" type="parTrans" cxnId="{065C99E4-3C2D-4EBB-9018-9146AE01268E}">
      <dgm:prSet/>
      <dgm:spPr/>
      <dgm:t>
        <a:bodyPr/>
        <a:lstStyle/>
        <a:p>
          <a:endParaRPr lang="en-US"/>
        </a:p>
      </dgm:t>
    </dgm:pt>
    <dgm:pt modelId="{3A71B1BA-A444-4C9C-A91E-3D1DDA5D0580}" type="sibTrans" cxnId="{065C99E4-3C2D-4EBB-9018-9146AE01268E}">
      <dgm:prSet/>
      <dgm:spPr/>
      <dgm:t>
        <a:bodyPr/>
        <a:lstStyle/>
        <a:p>
          <a:endParaRPr lang="en-US"/>
        </a:p>
      </dgm:t>
    </dgm:pt>
    <dgm:pt modelId="{BEB9011C-1517-4877-B06D-5E8E77E70B63}">
      <dgm:prSet/>
      <dgm:spPr/>
      <dgm:t>
        <a:bodyPr/>
        <a:lstStyle/>
        <a:p>
          <a:r>
            <a:rPr lang="en-US" b="0" i="0" dirty="0"/>
            <a:t>Automated note digitization: 87% reduction in manual entry time.</a:t>
          </a:r>
          <a:endParaRPr lang="en-US" dirty="0"/>
        </a:p>
      </dgm:t>
    </dgm:pt>
    <dgm:pt modelId="{148FC16D-C378-4561-8845-B692F8665580}" type="parTrans" cxnId="{DEEC62BD-B827-46DE-A5E2-A4B37BE309A4}">
      <dgm:prSet/>
      <dgm:spPr/>
      <dgm:t>
        <a:bodyPr/>
        <a:lstStyle/>
        <a:p>
          <a:endParaRPr lang="en-US"/>
        </a:p>
      </dgm:t>
    </dgm:pt>
    <dgm:pt modelId="{7AAE0EC5-28E6-457A-8A29-77C3519A4417}" type="sibTrans" cxnId="{DEEC62BD-B827-46DE-A5E2-A4B37BE309A4}">
      <dgm:prSet/>
      <dgm:spPr/>
      <dgm:t>
        <a:bodyPr/>
        <a:lstStyle/>
        <a:p>
          <a:endParaRPr lang="en-US"/>
        </a:p>
      </dgm:t>
    </dgm:pt>
    <dgm:pt modelId="{7DA7BCDE-F878-48BA-AAEF-4D11289CA0A3}">
      <dgm:prSet/>
      <dgm:spPr/>
      <dgm:t>
        <a:bodyPr/>
        <a:lstStyle/>
        <a:p>
          <a:r>
            <a:rPr lang="en-US" b="0" i="0" dirty="0"/>
            <a:t>Learning analytics: Tracks and categorizes notes by color and content.</a:t>
          </a:r>
          <a:endParaRPr lang="en-US" dirty="0"/>
        </a:p>
      </dgm:t>
    </dgm:pt>
    <dgm:pt modelId="{DA380993-3911-430E-8B2C-A35D7D842E33}" type="parTrans" cxnId="{755F61FB-E265-4B05-8C69-10EC7D6FC4D6}">
      <dgm:prSet/>
      <dgm:spPr/>
      <dgm:t>
        <a:bodyPr/>
        <a:lstStyle/>
        <a:p>
          <a:endParaRPr lang="en-US"/>
        </a:p>
      </dgm:t>
    </dgm:pt>
    <dgm:pt modelId="{6EC76CE2-9D48-4004-9556-9D3040CF6761}" type="sibTrans" cxnId="{755F61FB-E265-4B05-8C69-10EC7D6FC4D6}">
      <dgm:prSet/>
      <dgm:spPr/>
      <dgm:t>
        <a:bodyPr/>
        <a:lstStyle/>
        <a:p>
          <a:endParaRPr lang="en-US"/>
        </a:p>
      </dgm:t>
    </dgm:pt>
    <dgm:pt modelId="{D879CB60-80F4-4EA2-992E-BC1F29927D0B}">
      <dgm:prSet/>
      <dgm:spPr/>
      <dgm:t>
        <a:bodyPr/>
        <a:lstStyle/>
        <a:p>
          <a:r>
            <a:rPr lang="en-US" b="0" i="0" dirty="0"/>
            <a:t>Accessibility: Supports ADHD/dyslexia learners with visual organization.</a:t>
          </a:r>
          <a:endParaRPr lang="en-US" dirty="0"/>
        </a:p>
      </dgm:t>
    </dgm:pt>
    <dgm:pt modelId="{D557E7A4-8DEE-4200-A588-30C10A11AB30}" type="parTrans" cxnId="{660D590D-9BE6-4AEA-A990-8EAD23E4BE07}">
      <dgm:prSet/>
      <dgm:spPr/>
      <dgm:t>
        <a:bodyPr/>
        <a:lstStyle/>
        <a:p>
          <a:endParaRPr lang="en-US"/>
        </a:p>
      </dgm:t>
    </dgm:pt>
    <dgm:pt modelId="{478649E3-B422-48BD-95D6-7425754D5812}" type="sibTrans" cxnId="{660D590D-9BE6-4AEA-A990-8EAD23E4BE07}">
      <dgm:prSet/>
      <dgm:spPr/>
      <dgm:t>
        <a:bodyPr/>
        <a:lstStyle/>
        <a:p>
          <a:endParaRPr lang="en-US"/>
        </a:p>
      </dgm:t>
    </dgm:pt>
    <dgm:pt modelId="{E2180FBA-B9FD-4FF3-8B2F-0C71AFC8AF8A}">
      <dgm:prSet/>
      <dgm:spPr/>
      <dgm:t>
        <a:bodyPr/>
        <a:lstStyle/>
        <a:p>
          <a:r>
            <a:rPr lang="en-US" b="0" i="0"/>
            <a:t>Industry</a:t>
          </a:r>
          <a:endParaRPr lang="en-US"/>
        </a:p>
      </dgm:t>
    </dgm:pt>
    <dgm:pt modelId="{C36AB52B-AA58-4981-9860-60089BD856DC}" type="parTrans" cxnId="{0A0304A0-CE7B-4C47-A5DF-F1F950C50F88}">
      <dgm:prSet/>
      <dgm:spPr/>
      <dgm:t>
        <a:bodyPr/>
        <a:lstStyle/>
        <a:p>
          <a:endParaRPr lang="en-US"/>
        </a:p>
      </dgm:t>
    </dgm:pt>
    <dgm:pt modelId="{30BB8E0B-8247-4835-88D5-0AC5EF5EA5DA}" type="sibTrans" cxnId="{0A0304A0-CE7B-4C47-A5DF-F1F950C50F88}">
      <dgm:prSet/>
      <dgm:spPr/>
      <dgm:t>
        <a:bodyPr/>
        <a:lstStyle/>
        <a:p>
          <a:endParaRPr lang="en-US"/>
        </a:p>
      </dgm:t>
    </dgm:pt>
    <dgm:pt modelId="{2F3E7E96-148C-4FF9-9911-87F0A56EC70B}">
      <dgm:prSet/>
      <dgm:spPr/>
      <dgm:t>
        <a:bodyPr/>
        <a:lstStyle/>
        <a:p>
          <a:r>
            <a:rPr lang="en-US" b="0" i="0" dirty="0"/>
            <a:t>Quality control: Detects color defects, sorts items by color.</a:t>
          </a:r>
          <a:endParaRPr lang="en-US" dirty="0"/>
        </a:p>
      </dgm:t>
    </dgm:pt>
    <dgm:pt modelId="{A1E6F7C8-43C9-43BC-AB7F-8DC4227EF059}" type="parTrans" cxnId="{8F4F6158-E527-4686-BCC5-0BECC8ACA160}">
      <dgm:prSet/>
      <dgm:spPr/>
      <dgm:t>
        <a:bodyPr/>
        <a:lstStyle/>
        <a:p>
          <a:endParaRPr lang="en-US"/>
        </a:p>
      </dgm:t>
    </dgm:pt>
    <dgm:pt modelId="{A7951271-A3AF-4594-81E1-D296561BE783}" type="sibTrans" cxnId="{8F4F6158-E527-4686-BCC5-0BECC8ACA160}">
      <dgm:prSet/>
      <dgm:spPr/>
      <dgm:t>
        <a:bodyPr/>
        <a:lstStyle/>
        <a:p>
          <a:endParaRPr lang="en-US"/>
        </a:p>
      </dgm:t>
    </dgm:pt>
    <dgm:pt modelId="{9993D028-FB93-4DBD-B377-4A3085B25A4F}">
      <dgm:prSet/>
      <dgm:spPr/>
      <dgm:t>
        <a:bodyPr/>
        <a:lstStyle/>
        <a:p>
          <a:r>
            <a:rPr lang="en-US" b="0" i="0" dirty="0"/>
            <a:t>Inventory management: Visual tracking and categorization.</a:t>
          </a:r>
          <a:endParaRPr lang="en-US" dirty="0"/>
        </a:p>
      </dgm:t>
    </dgm:pt>
    <dgm:pt modelId="{6C7229F1-1108-4916-88F6-64DC572742C5}" type="parTrans" cxnId="{ACDA80C6-4C83-402D-B78F-4B4E0A1BF547}">
      <dgm:prSet/>
      <dgm:spPr/>
      <dgm:t>
        <a:bodyPr/>
        <a:lstStyle/>
        <a:p>
          <a:endParaRPr lang="en-US"/>
        </a:p>
      </dgm:t>
    </dgm:pt>
    <dgm:pt modelId="{68CE48A8-3734-40EC-8C82-9C7376B8B291}" type="sibTrans" cxnId="{ACDA80C6-4C83-402D-B78F-4B4E0A1BF547}">
      <dgm:prSet/>
      <dgm:spPr/>
      <dgm:t>
        <a:bodyPr/>
        <a:lstStyle/>
        <a:p>
          <a:endParaRPr lang="en-US"/>
        </a:p>
      </dgm:t>
    </dgm:pt>
    <dgm:pt modelId="{81B4A3E5-CEF4-4EFD-9BCD-2AD029579AA5}">
      <dgm:prSet/>
      <dgm:spPr/>
      <dgm:t>
        <a:bodyPr/>
        <a:lstStyle/>
        <a:p>
          <a:r>
            <a:rPr lang="en-US" b="0" i="0"/>
            <a:t>Healthcare</a:t>
          </a:r>
          <a:endParaRPr lang="en-US"/>
        </a:p>
      </dgm:t>
    </dgm:pt>
    <dgm:pt modelId="{6FC9F207-E0CB-4BB3-A0F4-2E88751553A3}" type="parTrans" cxnId="{A97027C3-7E40-4077-A158-8E85ABF26C89}">
      <dgm:prSet/>
      <dgm:spPr/>
      <dgm:t>
        <a:bodyPr/>
        <a:lstStyle/>
        <a:p>
          <a:endParaRPr lang="en-US"/>
        </a:p>
      </dgm:t>
    </dgm:pt>
    <dgm:pt modelId="{AF8D26A0-BE78-4A17-8EC4-8F00ACEAAE9C}" type="sibTrans" cxnId="{A97027C3-7E40-4077-A158-8E85ABF26C89}">
      <dgm:prSet/>
      <dgm:spPr/>
      <dgm:t>
        <a:bodyPr/>
        <a:lstStyle/>
        <a:p>
          <a:endParaRPr lang="en-US"/>
        </a:p>
      </dgm:t>
    </dgm:pt>
    <dgm:pt modelId="{5B3859DC-E472-4EC6-BC40-7AE260D06574}">
      <dgm:prSet/>
      <dgm:spPr/>
      <dgm:t>
        <a:bodyPr/>
        <a:lstStyle/>
        <a:p>
          <a:r>
            <a:rPr lang="en-US" b="0" i="0" dirty="0"/>
            <a:t>Medication sorting: Identifies pills by color.</a:t>
          </a:r>
          <a:endParaRPr lang="en-US" dirty="0"/>
        </a:p>
      </dgm:t>
    </dgm:pt>
    <dgm:pt modelId="{78E4109C-A5F3-4A86-9D5C-F40AE7B5AF7E}" type="parTrans" cxnId="{CDF4B998-C000-481B-891F-5A0F063F87C1}">
      <dgm:prSet/>
      <dgm:spPr/>
      <dgm:t>
        <a:bodyPr/>
        <a:lstStyle/>
        <a:p>
          <a:endParaRPr lang="en-US"/>
        </a:p>
      </dgm:t>
    </dgm:pt>
    <dgm:pt modelId="{D8E8B2E0-709B-4F6F-94E8-76B4996C2781}" type="sibTrans" cxnId="{CDF4B998-C000-481B-891F-5A0F063F87C1}">
      <dgm:prSet/>
      <dgm:spPr/>
      <dgm:t>
        <a:bodyPr/>
        <a:lstStyle/>
        <a:p>
          <a:endParaRPr lang="en-US"/>
        </a:p>
      </dgm:t>
    </dgm:pt>
    <dgm:pt modelId="{8F750CBA-FDFD-4A57-89AE-758D271E440B}">
      <dgm:prSet/>
      <dgm:spPr/>
      <dgm:t>
        <a:bodyPr/>
        <a:lstStyle/>
        <a:p>
          <a:r>
            <a:rPr lang="en-US" b="0" i="0" dirty="0"/>
            <a:t>Colorimetric analysis: Reads chemical test results.</a:t>
          </a:r>
          <a:endParaRPr lang="en-US" dirty="0"/>
        </a:p>
      </dgm:t>
    </dgm:pt>
    <dgm:pt modelId="{E5EBE110-2E6E-49DE-9D4B-50C803C44817}" type="parTrans" cxnId="{D5C03917-7D1C-44BD-96AE-D1521E9E2DFE}">
      <dgm:prSet/>
      <dgm:spPr/>
      <dgm:t>
        <a:bodyPr/>
        <a:lstStyle/>
        <a:p>
          <a:endParaRPr lang="en-US"/>
        </a:p>
      </dgm:t>
    </dgm:pt>
    <dgm:pt modelId="{2FD492E6-7665-4D81-8D56-8B066C7FB122}" type="sibTrans" cxnId="{D5C03917-7D1C-44BD-96AE-D1521E9E2DFE}">
      <dgm:prSet/>
      <dgm:spPr/>
      <dgm:t>
        <a:bodyPr/>
        <a:lstStyle/>
        <a:p>
          <a:endParaRPr lang="en-US"/>
        </a:p>
      </dgm:t>
    </dgm:pt>
    <dgm:pt modelId="{89E851F5-0931-C64E-9789-63081A39208F}" type="pres">
      <dgm:prSet presAssocID="{1955EB25-0CDE-4391-96F5-52EF6E90110C}" presName="Name0" presStyleCnt="0">
        <dgm:presLayoutVars>
          <dgm:dir/>
          <dgm:animLvl val="lvl"/>
          <dgm:resizeHandles val="exact"/>
        </dgm:presLayoutVars>
      </dgm:prSet>
      <dgm:spPr/>
    </dgm:pt>
    <dgm:pt modelId="{33FBF4F4-4F93-AE46-8BB5-6CE92A73B84D}" type="pres">
      <dgm:prSet presAssocID="{51FA0C98-18F5-4350-AD97-76E4D89EA16F}" presName="composite" presStyleCnt="0"/>
      <dgm:spPr/>
    </dgm:pt>
    <dgm:pt modelId="{293BCC5C-7D9F-454F-9889-7D7F11E1D572}" type="pres">
      <dgm:prSet presAssocID="{51FA0C98-18F5-4350-AD97-76E4D89EA16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401E835-6172-B346-BF13-387D0E3F7A46}" type="pres">
      <dgm:prSet presAssocID="{51FA0C98-18F5-4350-AD97-76E4D89EA16F}" presName="desTx" presStyleLbl="alignAccFollowNode1" presStyleIdx="0" presStyleCnt="3">
        <dgm:presLayoutVars>
          <dgm:bulletEnabled val="1"/>
        </dgm:presLayoutVars>
      </dgm:prSet>
      <dgm:spPr/>
    </dgm:pt>
    <dgm:pt modelId="{E3BC4B28-4C4A-5E4C-B711-67D492A4462A}" type="pres">
      <dgm:prSet presAssocID="{3A71B1BA-A444-4C9C-A91E-3D1DDA5D0580}" presName="space" presStyleCnt="0"/>
      <dgm:spPr/>
    </dgm:pt>
    <dgm:pt modelId="{2E6955B8-B5BB-FA46-A4AE-C93C706151F7}" type="pres">
      <dgm:prSet presAssocID="{E2180FBA-B9FD-4FF3-8B2F-0C71AFC8AF8A}" presName="composite" presStyleCnt="0"/>
      <dgm:spPr/>
    </dgm:pt>
    <dgm:pt modelId="{DA678B8A-F4D9-4046-A6F4-25C96899B0C0}" type="pres">
      <dgm:prSet presAssocID="{E2180FBA-B9FD-4FF3-8B2F-0C71AFC8AF8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9F828DB-0A7E-C444-9A1E-6B30679F6A3D}" type="pres">
      <dgm:prSet presAssocID="{E2180FBA-B9FD-4FF3-8B2F-0C71AFC8AF8A}" presName="desTx" presStyleLbl="alignAccFollowNode1" presStyleIdx="1" presStyleCnt="3">
        <dgm:presLayoutVars>
          <dgm:bulletEnabled val="1"/>
        </dgm:presLayoutVars>
      </dgm:prSet>
      <dgm:spPr/>
    </dgm:pt>
    <dgm:pt modelId="{2ACBEEA7-E534-5548-B6C0-740CCB8C9E8F}" type="pres">
      <dgm:prSet presAssocID="{30BB8E0B-8247-4835-88D5-0AC5EF5EA5DA}" presName="space" presStyleCnt="0"/>
      <dgm:spPr/>
    </dgm:pt>
    <dgm:pt modelId="{1F17E541-03F2-6C49-B786-4A9EAB3DA6AC}" type="pres">
      <dgm:prSet presAssocID="{81B4A3E5-CEF4-4EFD-9BCD-2AD029579AA5}" presName="composite" presStyleCnt="0"/>
      <dgm:spPr/>
    </dgm:pt>
    <dgm:pt modelId="{8A2B78C2-44C9-DC44-8AB5-DAF288CCD18A}" type="pres">
      <dgm:prSet presAssocID="{81B4A3E5-CEF4-4EFD-9BCD-2AD029579AA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435207D-B4E6-3043-8FFB-2CE1D18F6133}" type="pres">
      <dgm:prSet presAssocID="{81B4A3E5-CEF4-4EFD-9BCD-2AD029579AA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8DF6004-8BB4-AD47-9042-9478F6C7769A}" type="presOf" srcId="{D879CB60-80F4-4EA2-992E-BC1F29927D0B}" destId="{B401E835-6172-B346-BF13-387D0E3F7A46}" srcOrd="0" destOrd="2" presId="urn:microsoft.com/office/officeart/2005/8/layout/hList1"/>
    <dgm:cxn modelId="{660D590D-9BE6-4AEA-A990-8EAD23E4BE07}" srcId="{51FA0C98-18F5-4350-AD97-76E4D89EA16F}" destId="{D879CB60-80F4-4EA2-992E-BC1F29927D0B}" srcOrd="2" destOrd="0" parTransId="{D557E7A4-8DEE-4200-A588-30C10A11AB30}" sibTransId="{478649E3-B422-48BD-95D6-7425754D5812}"/>
    <dgm:cxn modelId="{D5C03917-7D1C-44BD-96AE-D1521E9E2DFE}" srcId="{81B4A3E5-CEF4-4EFD-9BCD-2AD029579AA5}" destId="{8F750CBA-FDFD-4A57-89AE-758D271E440B}" srcOrd="1" destOrd="0" parTransId="{E5EBE110-2E6E-49DE-9D4B-50C803C44817}" sibTransId="{2FD492E6-7665-4D81-8D56-8B066C7FB122}"/>
    <dgm:cxn modelId="{F1174918-C8A2-8B42-B861-B93419EB17CF}" type="presOf" srcId="{81B4A3E5-CEF4-4EFD-9BCD-2AD029579AA5}" destId="{8A2B78C2-44C9-DC44-8AB5-DAF288CCD18A}" srcOrd="0" destOrd="0" presId="urn:microsoft.com/office/officeart/2005/8/layout/hList1"/>
    <dgm:cxn modelId="{104E4119-225F-4447-99EE-3715FBEB17E3}" type="presOf" srcId="{1955EB25-0CDE-4391-96F5-52EF6E90110C}" destId="{89E851F5-0931-C64E-9789-63081A39208F}" srcOrd="0" destOrd="0" presId="urn:microsoft.com/office/officeart/2005/8/layout/hList1"/>
    <dgm:cxn modelId="{376FD71C-1F9B-0A42-BDA9-4E774B05DDDB}" type="presOf" srcId="{E2180FBA-B9FD-4FF3-8B2F-0C71AFC8AF8A}" destId="{DA678B8A-F4D9-4046-A6F4-25C96899B0C0}" srcOrd="0" destOrd="0" presId="urn:microsoft.com/office/officeart/2005/8/layout/hList1"/>
    <dgm:cxn modelId="{DF2C9E39-A12B-1448-BC08-BA2D82A71AAD}" type="presOf" srcId="{51FA0C98-18F5-4350-AD97-76E4D89EA16F}" destId="{293BCC5C-7D9F-454F-9889-7D7F11E1D572}" srcOrd="0" destOrd="0" presId="urn:microsoft.com/office/officeart/2005/8/layout/hList1"/>
    <dgm:cxn modelId="{AFFD1B46-D80D-544D-BDD5-8C4A672AE229}" type="presOf" srcId="{2F3E7E96-148C-4FF9-9911-87F0A56EC70B}" destId="{79F828DB-0A7E-C444-9A1E-6B30679F6A3D}" srcOrd="0" destOrd="0" presId="urn:microsoft.com/office/officeart/2005/8/layout/hList1"/>
    <dgm:cxn modelId="{8F4F6158-E527-4686-BCC5-0BECC8ACA160}" srcId="{E2180FBA-B9FD-4FF3-8B2F-0C71AFC8AF8A}" destId="{2F3E7E96-148C-4FF9-9911-87F0A56EC70B}" srcOrd="0" destOrd="0" parTransId="{A1E6F7C8-43C9-43BC-AB7F-8DC4227EF059}" sibTransId="{A7951271-A3AF-4594-81E1-D296561BE783}"/>
    <dgm:cxn modelId="{2B405477-F170-0C4A-806C-F0340620D3C1}" type="presOf" srcId="{5B3859DC-E472-4EC6-BC40-7AE260D06574}" destId="{0435207D-B4E6-3043-8FFB-2CE1D18F6133}" srcOrd="0" destOrd="0" presId="urn:microsoft.com/office/officeart/2005/8/layout/hList1"/>
    <dgm:cxn modelId="{E2705483-5D60-3E4B-B227-801EFAB9F5DA}" type="presOf" srcId="{BEB9011C-1517-4877-B06D-5E8E77E70B63}" destId="{B401E835-6172-B346-BF13-387D0E3F7A46}" srcOrd="0" destOrd="0" presId="urn:microsoft.com/office/officeart/2005/8/layout/hList1"/>
    <dgm:cxn modelId="{CDF4B998-C000-481B-891F-5A0F063F87C1}" srcId="{81B4A3E5-CEF4-4EFD-9BCD-2AD029579AA5}" destId="{5B3859DC-E472-4EC6-BC40-7AE260D06574}" srcOrd="0" destOrd="0" parTransId="{78E4109C-A5F3-4A86-9D5C-F40AE7B5AF7E}" sibTransId="{D8E8B2E0-709B-4F6F-94E8-76B4996C2781}"/>
    <dgm:cxn modelId="{0A0304A0-CE7B-4C47-A5DF-F1F950C50F88}" srcId="{1955EB25-0CDE-4391-96F5-52EF6E90110C}" destId="{E2180FBA-B9FD-4FF3-8B2F-0C71AFC8AF8A}" srcOrd="1" destOrd="0" parTransId="{C36AB52B-AA58-4981-9860-60089BD856DC}" sibTransId="{30BB8E0B-8247-4835-88D5-0AC5EF5EA5DA}"/>
    <dgm:cxn modelId="{DEEC62BD-B827-46DE-A5E2-A4B37BE309A4}" srcId="{51FA0C98-18F5-4350-AD97-76E4D89EA16F}" destId="{BEB9011C-1517-4877-B06D-5E8E77E70B63}" srcOrd="0" destOrd="0" parTransId="{148FC16D-C378-4561-8845-B692F8665580}" sibTransId="{7AAE0EC5-28E6-457A-8A29-77C3519A4417}"/>
    <dgm:cxn modelId="{A97027C3-7E40-4077-A158-8E85ABF26C89}" srcId="{1955EB25-0CDE-4391-96F5-52EF6E90110C}" destId="{81B4A3E5-CEF4-4EFD-9BCD-2AD029579AA5}" srcOrd="2" destOrd="0" parTransId="{6FC9F207-E0CB-4BB3-A0F4-2E88751553A3}" sibTransId="{AF8D26A0-BE78-4A17-8EC4-8F00ACEAAE9C}"/>
    <dgm:cxn modelId="{ACDA80C6-4C83-402D-B78F-4B4E0A1BF547}" srcId="{E2180FBA-B9FD-4FF3-8B2F-0C71AFC8AF8A}" destId="{9993D028-FB93-4DBD-B377-4A3085B25A4F}" srcOrd="1" destOrd="0" parTransId="{6C7229F1-1108-4916-88F6-64DC572742C5}" sibTransId="{68CE48A8-3734-40EC-8C82-9C7376B8B291}"/>
    <dgm:cxn modelId="{D2B744D1-700F-3E4A-8C40-CBF0A3893DEC}" type="presOf" srcId="{7DA7BCDE-F878-48BA-AAEF-4D11289CA0A3}" destId="{B401E835-6172-B346-BF13-387D0E3F7A46}" srcOrd="0" destOrd="1" presId="urn:microsoft.com/office/officeart/2005/8/layout/hList1"/>
    <dgm:cxn modelId="{EDD922E3-9384-5B48-A102-32C43D0B4217}" type="presOf" srcId="{8F750CBA-FDFD-4A57-89AE-758D271E440B}" destId="{0435207D-B4E6-3043-8FFB-2CE1D18F6133}" srcOrd="0" destOrd="1" presId="urn:microsoft.com/office/officeart/2005/8/layout/hList1"/>
    <dgm:cxn modelId="{065C99E4-3C2D-4EBB-9018-9146AE01268E}" srcId="{1955EB25-0CDE-4391-96F5-52EF6E90110C}" destId="{51FA0C98-18F5-4350-AD97-76E4D89EA16F}" srcOrd="0" destOrd="0" parTransId="{7860D171-CCA3-4F1C-B688-4D4E29B90CC3}" sibTransId="{3A71B1BA-A444-4C9C-A91E-3D1DDA5D0580}"/>
    <dgm:cxn modelId="{755F61FB-E265-4B05-8C69-10EC7D6FC4D6}" srcId="{51FA0C98-18F5-4350-AD97-76E4D89EA16F}" destId="{7DA7BCDE-F878-48BA-AAEF-4D11289CA0A3}" srcOrd="1" destOrd="0" parTransId="{DA380993-3911-430E-8B2C-A35D7D842E33}" sibTransId="{6EC76CE2-9D48-4004-9556-9D3040CF6761}"/>
    <dgm:cxn modelId="{5420B4FD-7BB3-1741-9F2C-8017E7DC807C}" type="presOf" srcId="{9993D028-FB93-4DBD-B377-4A3085B25A4F}" destId="{79F828DB-0A7E-C444-9A1E-6B30679F6A3D}" srcOrd="0" destOrd="1" presId="urn:microsoft.com/office/officeart/2005/8/layout/hList1"/>
    <dgm:cxn modelId="{79D0327D-2867-2A49-8ADE-93829FC901DA}" type="presParOf" srcId="{89E851F5-0931-C64E-9789-63081A39208F}" destId="{33FBF4F4-4F93-AE46-8BB5-6CE92A73B84D}" srcOrd="0" destOrd="0" presId="urn:microsoft.com/office/officeart/2005/8/layout/hList1"/>
    <dgm:cxn modelId="{7C589233-E19D-1A45-A567-0F642ADBEE74}" type="presParOf" srcId="{33FBF4F4-4F93-AE46-8BB5-6CE92A73B84D}" destId="{293BCC5C-7D9F-454F-9889-7D7F11E1D572}" srcOrd="0" destOrd="0" presId="urn:microsoft.com/office/officeart/2005/8/layout/hList1"/>
    <dgm:cxn modelId="{19464C87-D0F1-414E-9D30-02DA9B644D30}" type="presParOf" srcId="{33FBF4F4-4F93-AE46-8BB5-6CE92A73B84D}" destId="{B401E835-6172-B346-BF13-387D0E3F7A46}" srcOrd="1" destOrd="0" presId="urn:microsoft.com/office/officeart/2005/8/layout/hList1"/>
    <dgm:cxn modelId="{63B0F9A8-9665-8D41-95E6-369A471770E8}" type="presParOf" srcId="{89E851F5-0931-C64E-9789-63081A39208F}" destId="{E3BC4B28-4C4A-5E4C-B711-67D492A4462A}" srcOrd="1" destOrd="0" presId="urn:microsoft.com/office/officeart/2005/8/layout/hList1"/>
    <dgm:cxn modelId="{531CB136-9BFF-4741-8FD1-B10C8D67DF78}" type="presParOf" srcId="{89E851F5-0931-C64E-9789-63081A39208F}" destId="{2E6955B8-B5BB-FA46-A4AE-C93C706151F7}" srcOrd="2" destOrd="0" presId="urn:microsoft.com/office/officeart/2005/8/layout/hList1"/>
    <dgm:cxn modelId="{C9F956AF-6139-3D46-8FF6-B522740020B6}" type="presParOf" srcId="{2E6955B8-B5BB-FA46-A4AE-C93C706151F7}" destId="{DA678B8A-F4D9-4046-A6F4-25C96899B0C0}" srcOrd="0" destOrd="0" presId="urn:microsoft.com/office/officeart/2005/8/layout/hList1"/>
    <dgm:cxn modelId="{2E1954D6-176A-8E48-AA9F-92CE17C09561}" type="presParOf" srcId="{2E6955B8-B5BB-FA46-A4AE-C93C706151F7}" destId="{79F828DB-0A7E-C444-9A1E-6B30679F6A3D}" srcOrd="1" destOrd="0" presId="urn:microsoft.com/office/officeart/2005/8/layout/hList1"/>
    <dgm:cxn modelId="{FDF64A97-6446-4342-86E5-BC3AEA3C17F6}" type="presParOf" srcId="{89E851F5-0931-C64E-9789-63081A39208F}" destId="{2ACBEEA7-E534-5548-B6C0-740CCB8C9E8F}" srcOrd="3" destOrd="0" presId="urn:microsoft.com/office/officeart/2005/8/layout/hList1"/>
    <dgm:cxn modelId="{FC7F6D0C-CEBD-E945-9151-759E534D4E31}" type="presParOf" srcId="{89E851F5-0931-C64E-9789-63081A39208F}" destId="{1F17E541-03F2-6C49-B786-4A9EAB3DA6AC}" srcOrd="4" destOrd="0" presId="urn:microsoft.com/office/officeart/2005/8/layout/hList1"/>
    <dgm:cxn modelId="{162C3DF4-EB66-734C-9D48-BBCDACBA6BAA}" type="presParOf" srcId="{1F17E541-03F2-6C49-B786-4A9EAB3DA6AC}" destId="{8A2B78C2-44C9-DC44-8AB5-DAF288CCD18A}" srcOrd="0" destOrd="0" presId="urn:microsoft.com/office/officeart/2005/8/layout/hList1"/>
    <dgm:cxn modelId="{F8FEB8EA-4686-9247-A5DE-B065C450BDE1}" type="presParOf" srcId="{1F17E541-03F2-6C49-B786-4A9EAB3DA6AC}" destId="{0435207D-B4E6-3043-8FFB-2CE1D18F613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234DA6-1B41-40DE-A394-A80591A2398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FE54185-42A5-47E5-A561-4231280AF68E}">
      <dgm:prSet/>
      <dgm:spPr/>
      <dgm:t>
        <a:bodyPr/>
        <a:lstStyle/>
        <a:p>
          <a:r>
            <a:rPr lang="en-US" b="0" i="0"/>
            <a:t>EdTech Robots: $5B+ global market, rising demand for hands-on STEM tools.</a:t>
          </a:r>
          <a:endParaRPr lang="en-US"/>
        </a:p>
      </dgm:t>
    </dgm:pt>
    <dgm:pt modelId="{68EA4DDA-B9F4-4EC6-B80D-A709C6FE7DF8}" type="parTrans" cxnId="{6FEB41AD-1BF0-48F5-B559-BC0A8746596E}">
      <dgm:prSet/>
      <dgm:spPr/>
      <dgm:t>
        <a:bodyPr/>
        <a:lstStyle/>
        <a:p>
          <a:endParaRPr lang="en-US"/>
        </a:p>
      </dgm:t>
    </dgm:pt>
    <dgm:pt modelId="{03480B92-4E79-476B-A049-D6013C0EB9EE}" type="sibTrans" cxnId="{6FEB41AD-1BF0-48F5-B559-BC0A8746596E}">
      <dgm:prSet/>
      <dgm:spPr/>
      <dgm:t>
        <a:bodyPr/>
        <a:lstStyle/>
        <a:p>
          <a:endParaRPr lang="en-US"/>
        </a:p>
      </dgm:t>
    </dgm:pt>
    <dgm:pt modelId="{C52B0863-BD7D-4C3C-AF8E-ABF9B1B28059}">
      <dgm:prSet/>
      <dgm:spPr/>
      <dgm:t>
        <a:bodyPr/>
        <a:lstStyle/>
        <a:p>
          <a:r>
            <a:rPr lang="en-US" b="0" i="0"/>
            <a:t>Note-Taking Apps: $11B market, but lack physical-to-digital integration.</a:t>
          </a:r>
          <a:endParaRPr lang="en-US"/>
        </a:p>
      </dgm:t>
    </dgm:pt>
    <dgm:pt modelId="{DBF8C703-D262-48F2-9DC7-EBC80F321331}" type="parTrans" cxnId="{0DF6926A-77D7-4810-BF73-668D8EB39EB2}">
      <dgm:prSet/>
      <dgm:spPr/>
      <dgm:t>
        <a:bodyPr/>
        <a:lstStyle/>
        <a:p>
          <a:endParaRPr lang="en-US"/>
        </a:p>
      </dgm:t>
    </dgm:pt>
    <dgm:pt modelId="{44A994C4-1D54-4351-B124-079A38DBBCB8}" type="sibTrans" cxnId="{0DF6926A-77D7-4810-BF73-668D8EB39EB2}">
      <dgm:prSet/>
      <dgm:spPr/>
      <dgm:t>
        <a:bodyPr/>
        <a:lstStyle/>
        <a:p>
          <a:endParaRPr lang="en-US"/>
        </a:p>
      </dgm:t>
    </dgm:pt>
    <dgm:pt modelId="{9E143D37-EE84-4E67-A054-CD5D54E787C5}">
      <dgm:prSet/>
      <dgm:spPr/>
      <dgm:t>
        <a:bodyPr/>
        <a:lstStyle/>
        <a:p>
          <a:r>
            <a:rPr lang="en-US" b="0" i="0"/>
            <a:t>Industrial Vision: $4B+ color QA market, with high cost of commercial systems.</a:t>
          </a:r>
          <a:endParaRPr lang="en-US"/>
        </a:p>
      </dgm:t>
    </dgm:pt>
    <dgm:pt modelId="{A536DAE1-1965-43C4-BF64-6BA384DEFF6D}" type="parTrans" cxnId="{635B96D2-C4D8-4C40-9310-1336D6A45ECA}">
      <dgm:prSet/>
      <dgm:spPr/>
      <dgm:t>
        <a:bodyPr/>
        <a:lstStyle/>
        <a:p>
          <a:endParaRPr lang="en-US"/>
        </a:p>
      </dgm:t>
    </dgm:pt>
    <dgm:pt modelId="{FC3959D5-F643-4601-9744-CA537754D36B}" type="sibTrans" cxnId="{635B96D2-C4D8-4C40-9310-1336D6A45ECA}">
      <dgm:prSet/>
      <dgm:spPr/>
      <dgm:t>
        <a:bodyPr/>
        <a:lstStyle/>
        <a:p>
          <a:endParaRPr lang="en-US"/>
        </a:p>
      </dgm:t>
    </dgm:pt>
    <dgm:pt modelId="{C64F5558-487F-4FFA-820C-DC8FAE748391}">
      <dgm:prSet/>
      <dgm:spPr/>
      <dgm:t>
        <a:bodyPr/>
        <a:lstStyle/>
        <a:p>
          <a:r>
            <a:rPr lang="en-US" b="0" i="0"/>
            <a:t>SmartVision’s $200 BOM achieves 70–84% of the functionality of $5k+ commercial systems, making it highly competitive for education and small-scale industrial use.</a:t>
          </a:r>
          <a:endParaRPr lang="en-US"/>
        </a:p>
      </dgm:t>
    </dgm:pt>
    <dgm:pt modelId="{6DEA7240-6573-4C34-9ED5-F4264D9DDB70}" type="parTrans" cxnId="{82C9E06C-C8E8-4DF9-94FD-4619605393EF}">
      <dgm:prSet/>
      <dgm:spPr/>
      <dgm:t>
        <a:bodyPr/>
        <a:lstStyle/>
        <a:p>
          <a:endParaRPr lang="en-US"/>
        </a:p>
      </dgm:t>
    </dgm:pt>
    <dgm:pt modelId="{D610A496-EB20-4F37-9475-AA681CC11D18}" type="sibTrans" cxnId="{82C9E06C-C8E8-4DF9-94FD-4619605393EF}">
      <dgm:prSet/>
      <dgm:spPr/>
      <dgm:t>
        <a:bodyPr/>
        <a:lstStyle/>
        <a:p>
          <a:endParaRPr lang="en-US"/>
        </a:p>
      </dgm:t>
    </dgm:pt>
    <dgm:pt modelId="{1967E49B-7DAC-A24D-9C45-7EFD00D5F7EC}" type="pres">
      <dgm:prSet presAssocID="{49234DA6-1B41-40DE-A394-A80591A23980}" presName="vert0" presStyleCnt="0">
        <dgm:presLayoutVars>
          <dgm:dir/>
          <dgm:animOne val="branch"/>
          <dgm:animLvl val="lvl"/>
        </dgm:presLayoutVars>
      </dgm:prSet>
      <dgm:spPr/>
    </dgm:pt>
    <dgm:pt modelId="{F098241C-CB3F-EB44-9F88-44239D9BF4A6}" type="pres">
      <dgm:prSet presAssocID="{9FE54185-42A5-47E5-A561-4231280AF68E}" presName="thickLine" presStyleLbl="alignNode1" presStyleIdx="0" presStyleCnt="4"/>
      <dgm:spPr/>
    </dgm:pt>
    <dgm:pt modelId="{1C923A0E-D123-7B4C-8928-599E4A71503F}" type="pres">
      <dgm:prSet presAssocID="{9FE54185-42A5-47E5-A561-4231280AF68E}" presName="horz1" presStyleCnt="0"/>
      <dgm:spPr/>
    </dgm:pt>
    <dgm:pt modelId="{184AA5AC-8946-FF48-8C03-07B681760DC4}" type="pres">
      <dgm:prSet presAssocID="{9FE54185-42A5-47E5-A561-4231280AF68E}" presName="tx1" presStyleLbl="revTx" presStyleIdx="0" presStyleCnt="4"/>
      <dgm:spPr/>
    </dgm:pt>
    <dgm:pt modelId="{2E668673-247E-8640-8F8B-02D15802BC9A}" type="pres">
      <dgm:prSet presAssocID="{9FE54185-42A5-47E5-A561-4231280AF68E}" presName="vert1" presStyleCnt="0"/>
      <dgm:spPr/>
    </dgm:pt>
    <dgm:pt modelId="{68ADCF19-CCAF-234F-9460-71D77C1014A1}" type="pres">
      <dgm:prSet presAssocID="{C52B0863-BD7D-4C3C-AF8E-ABF9B1B28059}" presName="thickLine" presStyleLbl="alignNode1" presStyleIdx="1" presStyleCnt="4"/>
      <dgm:spPr/>
    </dgm:pt>
    <dgm:pt modelId="{48F59184-16A0-1F4F-AB3B-184164269083}" type="pres">
      <dgm:prSet presAssocID="{C52B0863-BD7D-4C3C-AF8E-ABF9B1B28059}" presName="horz1" presStyleCnt="0"/>
      <dgm:spPr/>
    </dgm:pt>
    <dgm:pt modelId="{DFD0E1C8-1318-0A43-A3BC-8772003642C4}" type="pres">
      <dgm:prSet presAssocID="{C52B0863-BD7D-4C3C-AF8E-ABF9B1B28059}" presName="tx1" presStyleLbl="revTx" presStyleIdx="1" presStyleCnt="4"/>
      <dgm:spPr/>
    </dgm:pt>
    <dgm:pt modelId="{B67DB38D-789C-9142-83C1-805469EEFD75}" type="pres">
      <dgm:prSet presAssocID="{C52B0863-BD7D-4C3C-AF8E-ABF9B1B28059}" presName="vert1" presStyleCnt="0"/>
      <dgm:spPr/>
    </dgm:pt>
    <dgm:pt modelId="{50D735A9-B8A8-674D-A631-DE9C15E90876}" type="pres">
      <dgm:prSet presAssocID="{9E143D37-EE84-4E67-A054-CD5D54E787C5}" presName="thickLine" presStyleLbl="alignNode1" presStyleIdx="2" presStyleCnt="4"/>
      <dgm:spPr/>
    </dgm:pt>
    <dgm:pt modelId="{A3653050-4437-1646-B59B-AA7BA0656360}" type="pres">
      <dgm:prSet presAssocID="{9E143D37-EE84-4E67-A054-CD5D54E787C5}" presName="horz1" presStyleCnt="0"/>
      <dgm:spPr/>
    </dgm:pt>
    <dgm:pt modelId="{E643F74F-7641-7341-BAD5-4F9ECD029F03}" type="pres">
      <dgm:prSet presAssocID="{9E143D37-EE84-4E67-A054-CD5D54E787C5}" presName="tx1" presStyleLbl="revTx" presStyleIdx="2" presStyleCnt="4"/>
      <dgm:spPr/>
    </dgm:pt>
    <dgm:pt modelId="{AA3A6C36-B3E6-E942-941D-A7358FF35B6D}" type="pres">
      <dgm:prSet presAssocID="{9E143D37-EE84-4E67-A054-CD5D54E787C5}" presName="vert1" presStyleCnt="0"/>
      <dgm:spPr/>
    </dgm:pt>
    <dgm:pt modelId="{B73640CC-0BCE-9848-9203-DD5AF01EBA77}" type="pres">
      <dgm:prSet presAssocID="{C64F5558-487F-4FFA-820C-DC8FAE748391}" presName="thickLine" presStyleLbl="alignNode1" presStyleIdx="3" presStyleCnt="4"/>
      <dgm:spPr/>
    </dgm:pt>
    <dgm:pt modelId="{6D9D67CB-D62C-A34C-9142-8A66AC158B19}" type="pres">
      <dgm:prSet presAssocID="{C64F5558-487F-4FFA-820C-DC8FAE748391}" presName="horz1" presStyleCnt="0"/>
      <dgm:spPr/>
    </dgm:pt>
    <dgm:pt modelId="{BC7C1F42-6B58-3C4C-8435-C69224FD3C80}" type="pres">
      <dgm:prSet presAssocID="{C64F5558-487F-4FFA-820C-DC8FAE748391}" presName="tx1" presStyleLbl="revTx" presStyleIdx="3" presStyleCnt="4"/>
      <dgm:spPr/>
    </dgm:pt>
    <dgm:pt modelId="{076C02EC-8DB1-9244-A911-20E9264335C6}" type="pres">
      <dgm:prSet presAssocID="{C64F5558-487F-4FFA-820C-DC8FAE748391}" presName="vert1" presStyleCnt="0"/>
      <dgm:spPr/>
    </dgm:pt>
  </dgm:ptLst>
  <dgm:cxnLst>
    <dgm:cxn modelId="{20EABC35-1459-0C4F-B2F9-B5924DFF98F3}" type="presOf" srcId="{C52B0863-BD7D-4C3C-AF8E-ABF9B1B28059}" destId="{DFD0E1C8-1318-0A43-A3BC-8772003642C4}" srcOrd="0" destOrd="0" presId="urn:microsoft.com/office/officeart/2008/layout/LinedList"/>
    <dgm:cxn modelId="{0DF6926A-77D7-4810-BF73-668D8EB39EB2}" srcId="{49234DA6-1B41-40DE-A394-A80591A23980}" destId="{C52B0863-BD7D-4C3C-AF8E-ABF9B1B28059}" srcOrd="1" destOrd="0" parTransId="{DBF8C703-D262-48F2-9DC7-EBC80F321331}" sibTransId="{44A994C4-1D54-4351-B124-079A38DBBCB8}"/>
    <dgm:cxn modelId="{82C9E06C-C8E8-4DF9-94FD-4619605393EF}" srcId="{49234DA6-1B41-40DE-A394-A80591A23980}" destId="{C64F5558-487F-4FFA-820C-DC8FAE748391}" srcOrd="3" destOrd="0" parTransId="{6DEA7240-6573-4C34-9ED5-F4264D9DDB70}" sibTransId="{D610A496-EB20-4F37-9475-AA681CC11D18}"/>
    <dgm:cxn modelId="{38311094-31DD-1E4C-9B24-DE77BD0ECD9E}" type="presOf" srcId="{9FE54185-42A5-47E5-A561-4231280AF68E}" destId="{184AA5AC-8946-FF48-8C03-07B681760DC4}" srcOrd="0" destOrd="0" presId="urn:microsoft.com/office/officeart/2008/layout/LinedList"/>
    <dgm:cxn modelId="{E0AB1799-780B-6D4E-877E-272A6B69421F}" type="presOf" srcId="{C64F5558-487F-4FFA-820C-DC8FAE748391}" destId="{BC7C1F42-6B58-3C4C-8435-C69224FD3C80}" srcOrd="0" destOrd="0" presId="urn:microsoft.com/office/officeart/2008/layout/LinedList"/>
    <dgm:cxn modelId="{6FEB41AD-1BF0-48F5-B559-BC0A8746596E}" srcId="{49234DA6-1B41-40DE-A394-A80591A23980}" destId="{9FE54185-42A5-47E5-A561-4231280AF68E}" srcOrd="0" destOrd="0" parTransId="{68EA4DDA-B9F4-4EC6-B80D-A709C6FE7DF8}" sibTransId="{03480B92-4E79-476B-A049-D6013C0EB9EE}"/>
    <dgm:cxn modelId="{224F74C7-16AD-944D-A780-CB913A697AF5}" type="presOf" srcId="{49234DA6-1B41-40DE-A394-A80591A23980}" destId="{1967E49B-7DAC-A24D-9C45-7EFD00D5F7EC}" srcOrd="0" destOrd="0" presId="urn:microsoft.com/office/officeart/2008/layout/LinedList"/>
    <dgm:cxn modelId="{494BB3D1-9663-8442-8845-05EB1AA8BB0D}" type="presOf" srcId="{9E143D37-EE84-4E67-A054-CD5D54E787C5}" destId="{E643F74F-7641-7341-BAD5-4F9ECD029F03}" srcOrd="0" destOrd="0" presId="urn:microsoft.com/office/officeart/2008/layout/LinedList"/>
    <dgm:cxn modelId="{635B96D2-C4D8-4C40-9310-1336D6A45ECA}" srcId="{49234DA6-1B41-40DE-A394-A80591A23980}" destId="{9E143D37-EE84-4E67-A054-CD5D54E787C5}" srcOrd="2" destOrd="0" parTransId="{A536DAE1-1965-43C4-BF64-6BA384DEFF6D}" sibTransId="{FC3959D5-F643-4601-9744-CA537754D36B}"/>
    <dgm:cxn modelId="{996D8E2F-7425-0E4E-8D02-A7C26D771E54}" type="presParOf" srcId="{1967E49B-7DAC-A24D-9C45-7EFD00D5F7EC}" destId="{F098241C-CB3F-EB44-9F88-44239D9BF4A6}" srcOrd="0" destOrd="0" presId="urn:microsoft.com/office/officeart/2008/layout/LinedList"/>
    <dgm:cxn modelId="{1E0FFC1C-9227-464C-9FE2-2338308F1694}" type="presParOf" srcId="{1967E49B-7DAC-A24D-9C45-7EFD00D5F7EC}" destId="{1C923A0E-D123-7B4C-8928-599E4A71503F}" srcOrd="1" destOrd="0" presId="urn:microsoft.com/office/officeart/2008/layout/LinedList"/>
    <dgm:cxn modelId="{AD0AC05E-04D7-E348-83ED-D87DB5DBD655}" type="presParOf" srcId="{1C923A0E-D123-7B4C-8928-599E4A71503F}" destId="{184AA5AC-8946-FF48-8C03-07B681760DC4}" srcOrd="0" destOrd="0" presId="urn:microsoft.com/office/officeart/2008/layout/LinedList"/>
    <dgm:cxn modelId="{E90BE6D4-12E5-FE41-AC39-39A8F7D6C653}" type="presParOf" srcId="{1C923A0E-D123-7B4C-8928-599E4A71503F}" destId="{2E668673-247E-8640-8F8B-02D15802BC9A}" srcOrd="1" destOrd="0" presId="urn:microsoft.com/office/officeart/2008/layout/LinedList"/>
    <dgm:cxn modelId="{160E671F-A5C8-DB48-8A7C-D4C2D7DD7BCB}" type="presParOf" srcId="{1967E49B-7DAC-A24D-9C45-7EFD00D5F7EC}" destId="{68ADCF19-CCAF-234F-9460-71D77C1014A1}" srcOrd="2" destOrd="0" presId="urn:microsoft.com/office/officeart/2008/layout/LinedList"/>
    <dgm:cxn modelId="{9356E4E5-35C1-114E-8F09-C19D0FFCE95C}" type="presParOf" srcId="{1967E49B-7DAC-A24D-9C45-7EFD00D5F7EC}" destId="{48F59184-16A0-1F4F-AB3B-184164269083}" srcOrd="3" destOrd="0" presId="urn:microsoft.com/office/officeart/2008/layout/LinedList"/>
    <dgm:cxn modelId="{687944AC-8E7F-4349-8EF2-9FA1F9C938AD}" type="presParOf" srcId="{48F59184-16A0-1F4F-AB3B-184164269083}" destId="{DFD0E1C8-1318-0A43-A3BC-8772003642C4}" srcOrd="0" destOrd="0" presId="urn:microsoft.com/office/officeart/2008/layout/LinedList"/>
    <dgm:cxn modelId="{32DC5A8C-9A76-8944-8670-4738DDF3E1F6}" type="presParOf" srcId="{48F59184-16A0-1F4F-AB3B-184164269083}" destId="{B67DB38D-789C-9142-83C1-805469EEFD75}" srcOrd="1" destOrd="0" presId="urn:microsoft.com/office/officeart/2008/layout/LinedList"/>
    <dgm:cxn modelId="{CF39D4DF-4A60-C144-A056-164EB392BABC}" type="presParOf" srcId="{1967E49B-7DAC-A24D-9C45-7EFD00D5F7EC}" destId="{50D735A9-B8A8-674D-A631-DE9C15E90876}" srcOrd="4" destOrd="0" presId="urn:microsoft.com/office/officeart/2008/layout/LinedList"/>
    <dgm:cxn modelId="{97D02B38-CB93-8C45-BE64-F1AE38B1CF03}" type="presParOf" srcId="{1967E49B-7DAC-A24D-9C45-7EFD00D5F7EC}" destId="{A3653050-4437-1646-B59B-AA7BA0656360}" srcOrd="5" destOrd="0" presId="urn:microsoft.com/office/officeart/2008/layout/LinedList"/>
    <dgm:cxn modelId="{2E42649B-DAA3-B84D-B7C8-BF2B95DA917E}" type="presParOf" srcId="{A3653050-4437-1646-B59B-AA7BA0656360}" destId="{E643F74F-7641-7341-BAD5-4F9ECD029F03}" srcOrd="0" destOrd="0" presId="urn:microsoft.com/office/officeart/2008/layout/LinedList"/>
    <dgm:cxn modelId="{709D0954-CFE9-E144-823D-99E370959960}" type="presParOf" srcId="{A3653050-4437-1646-B59B-AA7BA0656360}" destId="{AA3A6C36-B3E6-E942-941D-A7358FF35B6D}" srcOrd="1" destOrd="0" presId="urn:microsoft.com/office/officeart/2008/layout/LinedList"/>
    <dgm:cxn modelId="{C24E49C0-283F-D840-B718-8F8B8FF5A41D}" type="presParOf" srcId="{1967E49B-7DAC-A24D-9C45-7EFD00D5F7EC}" destId="{B73640CC-0BCE-9848-9203-DD5AF01EBA77}" srcOrd="6" destOrd="0" presId="urn:microsoft.com/office/officeart/2008/layout/LinedList"/>
    <dgm:cxn modelId="{20F956CE-8890-BB49-ACBD-1F808FF17F61}" type="presParOf" srcId="{1967E49B-7DAC-A24D-9C45-7EFD00D5F7EC}" destId="{6D9D67CB-D62C-A34C-9142-8A66AC158B19}" srcOrd="7" destOrd="0" presId="urn:microsoft.com/office/officeart/2008/layout/LinedList"/>
    <dgm:cxn modelId="{9B2AFE78-E1F6-5446-80D5-30E7AEA921C9}" type="presParOf" srcId="{6D9D67CB-D62C-A34C-9142-8A66AC158B19}" destId="{BC7C1F42-6B58-3C4C-8435-C69224FD3C80}" srcOrd="0" destOrd="0" presId="urn:microsoft.com/office/officeart/2008/layout/LinedList"/>
    <dgm:cxn modelId="{17EA6807-FAF4-1E46-A262-C2BFF43A3DAC}" type="presParOf" srcId="{6D9D67CB-D62C-A34C-9142-8A66AC158B19}" destId="{076C02EC-8DB1-9244-A911-20E9264335C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F83A90E-5D5F-47A7-BBD0-DCE8FA4AE3C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5EEE97-015E-42F1-9919-DC0F488490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Voice-activated categorization: Integrate speech recognition for multimodal input.</a:t>
          </a:r>
          <a:endParaRPr lang="en-US"/>
        </a:p>
      </dgm:t>
    </dgm:pt>
    <dgm:pt modelId="{B714DA4F-8A87-44B2-93AB-082B44DD7304}" type="parTrans" cxnId="{5D169D5D-C196-4F5C-8678-19DFBB216258}">
      <dgm:prSet/>
      <dgm:spPr/>
      <dgm:t>
        <a:bodyPr/>
        <a:lstStyle/>
        <a:p>
          <a:endParaRPr lang="en-US"/>
        </a:p>
      </dgm:t>
    </dgm:pt>
    <dgm:pt modelId="{2D6AA490-2A82-4148-9019-32C63391D568}" type="sibTrans" cxnId="{5D169D5D-C196-4F5C-8678-19DFBB216258}">
      <dgm:prSet/>
      <dgm:spPr/>
      <dgm:t>
        <a:bodyPr/>
        <a:lstStyle/>
        <a:p>
          <a:endParaRPr lang="en-US"/>
        </a:p>
      </dgm:t>
    </dgm:pt>
    <dgm:pt modelId="{7B881169-4651-4749-BD9D-7D800DAE6A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Augmented reality visualization: Overlay digital info on physical notes.</a:t>
          </a:r>
          <a:endParaRPr lang="en-US"/>
        </a:p>
      </dgm:t>
    </dgm:pt>
    <dgm:pt modelId="{82609319-6C4C-4546-94F2-21B376ACDF36}" type="parTrans" cxnId="{D21B2BE8-DC83-4424-BA7E-6830EF99D98A}">
      <dgm:prSet/>
      <dgm:spPr/>
      <dgm:t>
        <a:bodyPr/>
        <a:lstStyle/>
        <a:p>
          <a:endParaRPr lang="en-US"/>
        </a:p>
      </dgm:t>
    </dgm:pt>
    <dgm:pt modelId="{108DD40C-74A9-450D-A7F6-1ABA7C023C8B}" type="sibTrans" cxnId="{D21B2BE8-DC83-4424-BA7E-6830EF99D98A}">
      <dgm:prSet/>
      <dgm:spPr/>
      <dgm:t>
        <a:bodyPr/>
        <a:lstStyle/>
        <a:p>
          <a:endParaRPr lang="en-US"/>
        </a:p>
      </dgm:t>
    </dgm:pt>
    <dgm:pt modelId="{E91EC977-A1E0-4F80-BB14-90292525C2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Collaborative learning networks: Connect multiple systems for group projects.</a:t>
          </a:r>
          <a:endParaRPr lang="en-US"/>
        </a:p>
      </dgm:t>
    </dgm:pt>
    <dgm:pt modelId="{CFF80A49-CDF4-4485-B904-540D029D9500}" type="parTrans" cxnId="{70135D1B-0625-4AB3-8314-7015B9C5A2CC}">
      <dgm:prSet/>
      <dgm:spPr/>
      <dgm:t>
        <a:bodyPr/>
        <a:lstStyle/>
        <a:p>
          <a:endParaRPr lang="en-US"/>
        </a:p>
      </dgm:t>
    </dgm:pt>
    <dgm:pt modelId="{16B1989F-C469-4BFF-9C2D-96ADDFE804F6}" type="sibTrans" cxnId="{70135D1B-0625-4AB3-8314-7015B9C5A2CC}">
      <dgm:prSet/>
      <dgm:spPr/>
      <dgm:t>
        <a:bodyPr/>
        <a:lstStyle/>
        <a:p>
          <a:endParaRPr lang="en-US"/>
        </a:p>
      </dgm:t>
    </dgm:pt>
    <dgm:pt modelId="{C6B6FFC2-95DB-4725-9F32-CD625A317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LMS integration: Auto-import categorized notes into platforms like Canvas.</a:t>
          </a:r>
          <a:endParaRPr lang="en-US"/>
        </a:p>
      </dgm:t>
    </dgm:pt>
    <dgm:pt modelId="{D0A5EC9A-A9BE-4C4F-AAD4-F0646AB83A40}" type="parTrans" cxnId="{37E96824-7997-4C39-B4F4-D7477D1754B6}">
      <dgm:prSet/>
      <dgm:spPr/>
      <dgm:t>
        <a:bodyPr/>
        <a:lstStyle/>
        <a:p>
          <a:endParaRPr lang="en-US"/>
        </a:p>
      </dgm:t>
    </dgm:pt>
    <dgm:pt modelId="{2BF6371A-5F72-489C-ADF0-E31F3F32B24E}" type="sibTrans" cxnId="{37E96824-7997-4C39-B4F4-D7477D1754B6}">
      <dgm:prSet/>
      <dgm:spPr/>
      <dgm:t>
        <a:bodyPr/>
        <a:lstStyle/>
        <a:p>
          <a:endParaRPr lang="en-US"/>
        </a:p>
      </dgm:t>
    </dgm:pt>
    <dgm:pt modelId="{56354218-94E2-4930-B64D-DE21E9FE0B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Healthcare compliance: FDA 510(k) submission for medical use.</a:t>
          </a:r>
          <a:endParaRPr lang="en-US"/>
        </a:p>
      </dgm:t>
    </dgm:pt>
    <dgm:pt modelId="{B3F62173-7E86-4E78-8131-3C59B955CADD}" type="parTrans" cxnId="{56305955-DCB0-4889-B8C1-BE8CE4C62A19}">
      <dgm:prSet/>
      <dgm:spPr/>
      <dgm:t>
        <a:bodyPr/>
        <a:lstStyle/>
        <a:p>
          <a:endParaRPr lang="en-US"/>
        </a:p>
      </dgm:t>
    </dgm:pt>
    <dgm:pt modelId="{DA0E1EE1-83E1-4FDC-BF47-EE5CB4D03D5B}" type="sibTrans" cxnId="{56305955-DCB0-4889-B8C1-BE8CE4C62A19}">
      <dgm:prSet/>
      <dgm:spPr/>
      <dgm:t>
        <a:bodyPr/>
        <a:lstStyle/>
        <a:p>
          <a:endParaRPr lang="en-US"/>
        </a:p>
      </dgm:t>
    </dgm:pt>
    <dgm:pt modelId="{A4A11118-5451-49CC-BEB4-60C55CBFC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Community expansion: Open-source tutorials, YouTube content, classroom pilots.</a:t>
          </a:r>
          <a:endParaRPr lang="en-US"/>
        </a:p>
      </dgm:t>
    </dgm:pt>
    <dgm:pt modelId="{75928EFD-5F7A-4D0F-82D0-A5807388F951}" type="parTrans" cxnId="{9D0AB720-38F7-4C10-BA4F-450584E90F8A}">
      <dgm:prSet/>
      <dgm:spPr/>
      <dgm:t>
        <a:bodyPr/>
        <a:lstStyle/>
        <a:p>
          <a:endParaRPr lang="en-US"/>
        </a:p>
      </dgm:t>
    </dgm:pt>
    <dgm:pt modelId="{DAFC7261-ACDC-4865-9A38-CE017BED7075}" type="sibTrans" cxnId="{9D0AB720-38F7-4C10-BA4F-450584E90F8A}">
      <dgm:prSet/>
      <dgm:spPr/>
      <dgm:t>
        <a:bodyPr/>
        <a:lstStyle/>
        <a:p>
          <a:endParaRPr lang="en-US"/>
        </a:p>
      </dgm:t>
    </dgm:pt>
    <dgm:pt modelId="{D0285B8E-DE72-4277-8C29-1E7113AF456A}" type="pres">
      <dgm:prSet presAssocID="{7F83A90E-5D5F-47A7-BBD0-DCE8FA4AE3C3}" presName="root" presStyleCnt="0">
        <dgm:presLayoutVars>
          <dgm:dir/>
          <dgm:resizeHandles val="exact"/>
        </dgm:presLayoutVars>
      </dgm:prSet>
      <dgm:spPr/>
    </dgm:pt>
    <dgm:pt modelId="{33582968-5E10-4108-95E2-043F6D6E6802}" type="pres">
      <dgm:prSet presAssocID="{2E5EEE97-015E-42F1-9919-DC0F4884903B}" presName="compNode" presStyleCnt="0"/>
      <dgm:spPr/>
    </dgm:pt>
    <dgm:pt modelId="{CBB3A2D4-ABDF-433B-AF2E-28B95B80BBE1}" type="pres">
      <dgm:prSet presAssocID="{2E5EEE97-015E-42F1-9919-DC0F4884903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99DF3E5-AC66-4A14-97C6-A120898F1640}" type="pres">
      <dgm:prSet presAssocID="{2E5EEE97-015E-42F1-9919-DC0F4884903B}" presName="spaceRect" presStyleCnt="0"/>
      <dgm:spPr/>
    </dgm:pt>
    <dgm:pt modelId="{84CEDEE9-958A-4A3C-8977-9F6F97DD62E4}" type="pres">
      <dgm:prSet presAssocID="{2E5EEE97-015E-42F1-9919-DC0F4884903B}" presName="textRect" presStyleLbl="revTx" presStyleIdx="0" presStyleCnt="6">
        <dgm:presLayoutVars>
          <dgm:chMax val="1"/>
          <dgm:chPref val="1"/>
        </dgm:presLayoutVars>
      </dgm:prSet>
      <dgm:spPr/>
    </dgm:pt>
    <dgm:pt modelId="{B3230C15-2D0F-4C1E-A3A8-66427FB279EA}" type="pres">
      <dgm:prSet presAssocID="{2D6AA490-2A82-4148-9019-32C63391D568}" presName="sibTrans" presStyleCnt="0"/>
      <dgm:spPr/>
    </dgm:pt>
    <dgm:pt modelId="{76298BB5-5473-4209-933E-A7CB2906DE8B}" type="pres">
      <dgm:prSet presAssocID="{7B881169-4651-4749-BD9D-7D800DAE6AE3}" presName="compNode" presStyleCnt="0"/>
      <dgm:spPr/>
    </dgm:pt>
    <dgm:pt modelId="{161A875A-76EC-4E33-9CA7-CD45C8DA173A}" type="pres">
      <dgm:prSet presAssocID="{7B881169-4651-4749-BD9D-7D800DAE6AE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BE8E5BF1-0569-4325-9AD7-08AF1F4E424C}" type="pres">
      <dgm:prSet presAssocID="{7B881169-4651-4749-BD9D-7D800DAE6AE3}" presName="spaceRect" presStyleCnt="0"/>
      <dgm:spPr/>
    </dgm:pt>
    <dgm:pt modelId="{582406A9-7EC5-4622-A932-E4A35B6688E0}" type="pres">
      <dgm:prSet presAssocID="{7B881169-4651-4749-BD9D-7D800DAE6AE3}" presName="textRect" presStyleLbl="revTx" presStyleIdx="1" presStyleCnt="6">
        <dgm:presLayoutVars>
          <dgm:chMax val="1"/>
          <dgm:chPref val="1"/>
        </dgm:presLayoutVars>
      </dgm:prSet>
      <dgm:spPr/>
    </dgm:pt>
    <dgm:pt modelId="{A5E9BD96-95C7-46E6-B15C-C965ABD7281F}" type="pres">
      <dgm:prSet presAssocID="{108DD40C-74A9-450D-A7F6-1ABA7C023C8B}" presName="sibTrans" presStyleCnt="0"/>
      <dgm:spPr/>
    </dgm:pt>
    <dgm:pt modelId="{078FE23D-C5FC-4B9A-84D1-28DE625C226A}" type="pres">
      <dgm:prSet presAssocID="{E91EC977-A1E0-4F80-BB14-90292525C2C9}" presName="compNode" presStyleCnt="0"/>
      <dgm:spPr/>
    </dgm:pt>
    <dgm:pt modelId="{3A93C840-5A31-4B4B-9FDF-F149F79F54EB}" type="pres">
      <dgm:prSet presAssocID="{E91EC977-A1E0-4F80-BB14-90292525C2C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AF6E24CB-3835-4A96-B1FA-1D73C4EA1C70}" type="pres">
      <dgm:prSet presAssocID="{E91EC977-A1E0-4F80-BB14-90292525C2C9}" presName="spaceRect" presStyleCnt="0"/>
      <dgm:spPr/>
    </dgm:pt>
    <dgm:pt modelId="{BE57F090-BAAE-4134-BD40-FD462CAF33F3}" type="pres">
      <dgm:prSet presAssocID="{E91EC977-A1E0-4F80-BB14-90292525C2C9}" presName="textRect" presStyleLbl="revTx" presStyleIdx="2" presStyleCnt="6">
        <dgm:presLayoutVars>
          <dgm:chMax val="1"/>
          <dgm:chPref val="1"/>
        </dgm:presLayoutVars>
      </dgm:prSet>
      <dgm:spPr/>
    </dgm:pt>
    <dgm:pt modelId="{C6E1D4FD-B265-43A3-9C52-DC8D80C46641}" type="pres">
      <dgm:prSet presAssocID="{16B1989F-C469-4BFF-9C2D-96ADDFE804F6}" presName="sibTrans" presStyleCnt="0"/>
      <dgm:spPr/>
    </dgm:pt>
    <dgm:pt modelId="{7C0EC8E1-68D4-47C2-9685-B8379789D4A2}" type="pres">
      <dgm:prSet presAssocID="{C6B6FFC2-95DB-4725-9F32-CD625A317825}" presName="compNode" presStyleCnt="0"/>
      <dgm:spPr/>
    </dgm:pt>
    <dgm:pt modelId="{EF0A5310-946F-4A08-A352-3A283A86D7D0}" type="pres">
      <dgm:prSet presAssocID="{C6B6FFC2-95DB-4725-9F32-CD625A31782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D175308-1446-4FCF-947B-B092D11574F4}" type="pres">
      <dgm:prSet presAssocID="{C6B6FFC2-95DB-4725-9F32-CD625A317825}" presName="spaceRect" presStyleCnt="0"/>
      <dgm:spPr/>
    </dgm:pt>
    <dgm:pt modelId="{DD816E37-5B90-471B-9D1F-DCAC630199D1}" type="pres">
      <dgm:prSet presAssocID="{C6B6FFC2-95DB-4725-9F32-CD625A317825}" presName="textRect" presStyleLbl="revTx" presStyleIdx="3" presStyleCnt="6">
        <dgm:presLayoutVars>
          <dgm:chMax val="1"/>
          <dgm:chPref val="1"/>
        </dgm:presLayoutVars>
      </dgm:prSet>
      <dgm:spPr/>
    </dgm:pt>
    <dgm:pt modelId="{890B58D1-144C-429B-BB7C-523A808124C0}" type="pres">
      <dgm:prSet presAssocID="{2BF6371A-5F72-489C-ADF0-E31F3F32B24E}" presName="sibTrans" presStyleCnt="0"/>
      <dgm:spPr/>
    </dgm:pt>
    <dgm:pt modelId="{91A9DA20-8F95-4DC2-80D4-26CD5BFE47CD}" type="pres">
      <dgm:prSet presAssocID="{56354218-94E2-4930-B64D-DE21E9FE0B99}" presName="compNode" presStyleCnt="0"/>
      <dgm:spPr/>
    </dgm:pt>
    <dgm:pt modelId="{A99EFD14-547F-4947-8F0A-A76622FD9A09}" type="pres">
      <dgm:prSet presAssocID="{56354218-94E2-4930-B64D-DE21E9FE0B9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C35C3E28-4115-46AB-94FB-32EB24C87FB2}" type="pres">
      <dgm:prSet presAssocID="{56354218-94E2-4930-B64D-DE21E9FE0B99}" presName="spaceRect" presStyleCnt="0"/>
      <dgm:spPr/>
    </dgm:pt>
    <dgm:pt modelId="{E5BC6DD1-922F-4B5F-864A-4A0DD1C9E0F1}" type="pres">
      <dgm:prSet presAssocID="{56354218-94E2-4930-B64D-DE21E9FE0B99}" presName="textRect" presStyleLbl="revTx" presStyleIdx="4" presStyleCnt="6">
        <dgm:presLayoutVars>
          <dgm:chMax val="1"/>
          <dgm:chPref val="1"/>
        </dgm:presLayoutVars>
      </dgm:prSet>
      <dgm:spPr/>
    </dgm:pt>
    <dgm:pt modelId="{5BC83971-0397-4F53-BE19-955BE999ED96}" type="pres">
      <dgm:prSet presAssocID="{DA0E1EE1-83E1-4FDC-BF47-EE5CB4D03D5B}" presName="sibTrans" presStyleCnt="0"/>
      <dgm:spPr/>
    </dgm:pt>
    <dgm:pt modelId="{A4C24A38-B394-4233-9B71-4D8BA51B6ABA}" type="pres">
      <dgm:prSet presAssocID="{A4A11118-5451-49CC-BEB4-60C55CBFCC9D}" presName="compNode" presStyleCnt="0"/>
      <dgm:spPr/>
    </dgm:pt>
    <dgm:pt modelId="{184876FB-A807-4045-82B8-14DFD4D7DE42}" type="pres">
      <dgm:prSet presAssocID="{A4A11118-5451-49CC-BEB4-60C55CBFCC9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815E51F-AAAC-4F65-A490-D640D6E8AED9}" type="pres">
      <dgm:prSet presAssocID="{A4A11118-5451-49CC-BEB4-60C55CBFCC9D}" presName="spaceRect" presStyleCnt="0"/>
      <dgm:spPr/>
    </dgm:pt>
    <dgm:pt modelId="{A2C70C7B-91B6-4D33-A44A-823DFFC88AF1}" type="pres">
      <dgm:prSet presAssocID="{A4A11118-5451-49CC-BEB4-60C55CBFCC9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0135D1B-0625-4AB3-8314-7015B9C5A2CC}" srcId="{7F83A90E-5D5F-47A7-BBD0-DCE8FA4AE3C3}" destId="{E91EC977-A1E0-4F80-BB14-90292525C2C9}" srcOrd="2" destOrd="0" parTransId="{CFF80A49-CDF4-4485-B904-540D029D9500}" sibTransId="{16B1989F-C469-4BFF-9C2D-96ADDFE804F6}"/>
    <dgm:cxn modelId="{9D14F41E-C73C-4909-98B4-25D1E8313293}" type="presOf" srcId="{C6B6FFC2-95DB-4725-9F32-CD625A317825}" destId="{DD816E37-5B90-471B-9D1F-DCAC630199D1}" srcOrd="0" destOrd="0" presId="urn:microsoft.com/office/officeart/2018/2/layout/IconLabelList"/>
    <dgm:cxn modelId="{9D0AB720-38F7-4C10-BA4F-450584E90F8A}" srcId="{7F83A90E-5D5F-47A7-BBD0-DCE8FA4AE3C3}" destId="{A4A11118-5451-49CC-BEB4-60C55CBFCC9D}" srcOrd="5" destOrd="0" parTransId="{75928EFD-5F7A-4D0F-82D0-A5807388F951}" sibTransId="{DAFC7261-ACDC-4865-9A38-CE017BED7075}"/>
    <dgm:cxn modelId="{37E96824-7997-4C39-B4F4-D7477D1754B6}" srcId="{7F83A90E-5D5F-47A7-BBD0-DCE8FA4AE3C3}" destId="{C6B6FFC2-95DB-4725-9F32-CD625A317825}" srcOrd="3" destOrd="0" parTransId="{D0A5EC9A-A9BE-4C4F-AAD4-F0646AB83A40}" sibTransId="{2BF6371A-5F72-489C-ADF0-E31F3F32B24E}"/>
    <dgm:cxn modelId="{E7DFBE4B-88D5-47CA-9A93-48EADE41FDA5}" type="presOf" srcId="{A4A11118-5451-49CC-BEB4-60C55CBFCC9D}" destId="{A2C70C7B-91B6-4D33-A44A-823DFFC88AF1}" srcOrd="0" destOrd="0" presId="urn:microsoft.com/office/officeart/2018/2/layout/IconLabelList"/>
    <dgm:cxn modelId="{56305955-DCB0-4889-B8C1-BE8CE4C62A19}" srcId="{7F83A90E-5D5F-47A7-BBD0-DCE8FA4AE3C3}" destId="{56354218-94E2-4930-B64D-DE21E9FE0B99}" srcOrd="4" destOrd="0" parTransId="{B3F62173-7E86-4E78-8131-3C59B955CADD}" sibTransId="{DA0E1EE1-83E1-4FDC-BF47-EE5CB4D03D5B}"/>
    <dgm:cxn modelId="{C7B25D56-E77F-4B95-B126-8ABA92689FCF}" type="presOf" srcId="{2E5EEE97-015E-42F1-9919-DC0F4884903B}" destId="{84CEDEE9-958A-4A3C-8977-9F6F97DD62E4}" srcOrd="0" destOrd="0" presId="urn:microsoft.com/office/officeart/2018/2/layout/IconLabelList"/>
    <dgm:cxn modelId="{70AA7656-4EFD-4D4F-A127-21E09AD15F5C}" type="presOf" srcId="{7B881169-4651-4749-BD9D-7D800DAE6AE3}" destId="{582406A9-7EC5-4622-A932-E4A35B6688E0}" srcOrd="0" destOrd="0" presId="urn:microsoft.com/office/officeart/2018/2/layout/IconLabelList"/>
    <dgm:cxn modelId="{5D169D5D-C196-4F5C-8678-19DFBB216258}" srcId="{7F83A90E-5D5F-47A7-BBD0-DCE8FA4AE3C3}" destId="{2E5EEE97-015E-42F1-9919-DC0F4884903B}" srcOrd="0" destOrd="0" parTransId="{B714DA4F-8A87-44B2-93AB-082B44DD7304}" sibTransId="{2D6AA490-2A82-4148-9019-32C63391D568}"/>
    <dgm:cxn modelId="{D8EC7767-081C-4AB4-924C-FBB62FC7A5F6}" type="presOf" srcId="{56354218-94E2-4930-B64D-DE21E9FE0B99}" destId="{E5BC6DD1-922F-4B5F-864A-4A0DD1C9E0F1}" srcOrd="0" destOrd="0" presId="urn:microsoft.com/office/officeart/2018/2/layout/IconLabelList"/>
    <dgm:cxn modelId="{01E22981-0A04-4B65-A9F9-EDBF0B576591}" type="presOf" srcId="{E91EC977-A1E0-4F80-BB14-90292525C2C9}" destId="{BE57F090-BAAE-4134-BD40-FD462CAF33F3}" srcOrd="0" destOrd="0" presId="urn:microsoft.com/office/officeart/2018/2/layout/IconLabelList"/>
    <dgm:cxn modelId="{D21B2BE8-DC83-4424-BA7E-6830EF99D98A}" srcId="{7F83A90E-5D5F-47A7-BBD0-DCE8FA4AE3C3}" destId="{7B881169-4651-4749-BD9D-7D800DAE6AE3}" srcOrd="1" destOrd="0" parTransId="{82609319-6C4C-4546-94F2-21B376ACDF36}" sibTransId="{108DD40C-74A9-450D-A7F6-1ABA7C023C8B}"/>
    <dgm:cxn modelId="{7E608EFE-9747-463A-A6DA-B8B8FC6C4AE5}" type="presOf" srcId="{7F83A90E-5D5F-47A7-BBD0-DCE8FA4AE3C3}" destId="{D0285B8E-DE72-4277-8C29-1E7113AF456A}" srcOrd="0" destOrd="0" presId="urn:microsoft.com/office/officeart/2018/2/layout/IconLabelList"/>
    <dgm:cxn modelId="{2E77BDB4-FFEE-4B9B-9EB5-165BDCB9EBB8}" type="presParOf" srcId="{D0285B8E-DE72-4277-8C29-1E7113AF456A}" destId="{33582968-5E10-4108-95E2-043F6D6E6802}" srcOrd="0" destOrd="0" presId="urn:microsoft.com/office/officeart/2018/2/layout/IconLabelList"/>
    <dgm:cxn modelId="{7662AD05-B771-47CA-8E78-A5D7B165F45A}" type="presParOf" srcId="{33582968-5E10-4108-95E2-043F6D6E6802}" destId="{CBB3A2D4-ABDF-433B-AF2E-28B95B80BBE1}" srcOrd="0" destOrd="0" presId="urn:microsoft.com/office/officeart/2018/2/layout/IconLabelList"/>
    <dgm:cxn modelId="{C0358227-F658-405C-A251-5EFA85F49F12}" type="presParOf" srcId="{33582968-5E10-4108-95E2-043F6D6E6802}" destId="{B99DF3E5-AC66-4A14-97C6-A120898F1640}" srcOrd="1" destOrd="0" presId="urn:microsoft.com/office/officeart/2018/2/layout/IconLabelList"/>
    <dgm:cxn modelId="{6DD3E3FA-2FCB-4EE9-944C-AE03B6B29650}" type="presParOf" srcId="{33582968-5E10-4108-95E2-043F6D6E6802}" destId="{84CEDEE9-958A-4A3C-8977-9F6F97DD62E4}" srcOrd="2" destOrd="0" presId="urn:microsoft.com/office/officeart/2018/2/layout/IconLabelList"/>
    <dgm:cxn modelId="{F065FBDE-3DD1-4F4F-BE3F-DA7A0AEABF11}" type="presParOf" srcId="{D0285B8E-DE72-4277-8C29-1E7113AF456A}" destId="{B3230C15-2D0F-4C1E-A3A8-66427FB279EA}" srcOrd="1" destOrd="0" presId="urn:microsoft.com/office/officeart/2018/2/layout/IconLabelList"/>
    <dgm:cxn modelId="{BCB35C15-340D-4A01-A905-A870ACA52DFE}" type="presParOf" srcId="{D0285B8E-DE72-4277-8C29-1E7113AF456A}" destId="{76298BB5-5473-4209-933E-A7CB2906DE8B}" srcOrd="2" destOrd="0" presId="urn:microsoft.com/office/officeart/2018/2/layout/IconLabelList"/>
    <dgm:cxn modelId="{30689BC5-D43E-4FFE-A162-35CDA88CB0F9}" type="presParOf" srcId="{76298BB5-5473-4209-933E-A7CB2906DE8B}" destId="{161A875A-76EC-4E33-9CA7-CD45C8DA173A}" srcOrd="0" destOrd="0" presId="urn:microsoft.com/office/officeart/2018/2/layout/IconLabelList"/>
    <dgm:cxn modelId="{DB44EB59-A16A-4C3F-BA38-1104FEB9A26F}" type="presParOf" srcId="{76298BB5-5473-4209-933E-A7CB2906DE8B}" destId="{BE8E5BF1-0569-4325-9AD7-08AF1F4E424C}" srcOrd="1" destOrd="0" presId="urn:microsoft.com/office/officeart/2018/2/layout/IconLabelList"/>
    <dgm:cxn modelId="{A9CF3AD8-4B7D-4165-94FC-A7F2AB932516}" type="presParOf" srcId="{76298BB5-5473-4209-933E-A7CB2906DE8B}" destId="{582406A9-7EC5-4622-A932-E4A35B6688E0}" srcOrd="2" destOrd="0" presId="urn:microsoft.com/office/officeart/2018/2/layout/IconLabelList"/>
    <dgm:cxn modelId="{5AD57005-5672-442B-AED0-AB0A3A4053BA}" type="presParOf" srcId="{D0285B8E-DE72-4277-8C29-1E7113AF456A}" destId="{A5E9BD96-95C7-46E6-B15C-C965ABD7281F}" srcOrd="3" destOrd="0" presId="urn:microsoft.com/office/officeart/2018/2/layout/IconLabelList"/>
    <dgm:cxn modelId="{15EF321E-9EBF-4574-9F66-0593702BB23E}" type="presParOf" srcId="{D0285B8E-DE72-4277-8C29-1E7113AF456A}" destId="{078FE23D-C5FC-4B9A-84D1-28DE625C226A}" srcOrd="4" destOrd="0" presId="urn:microsoft.com/office/officeart/2018/2/layout/IconLabelList"/>
    <dgm:cxn modelId="{BC345FD4-69E6-4312-8338-FAB9AEDA102F}" type="presParOf" srcId="{078FE23D-C5FC-4B9A-84D1-28DE625C226A}" destId="{3A93C840-5A31-4B4B-9FDF-F149F79F54EB}" srcOrd="0" destOrd="0" presId="urn:microsoft.com/office/officeart/2018/2/layout/IconLabelList"/>
    <dgm:cxn modelId="{E2DD5524-3FD4-46B6-BF2A-92EA88B82D42}" type="presParOf" srcId="{078FE23D-C5FC-4B9A-84D1-28DE625C226A}" destId="{AF6E24CB-3835-4A96-B1FA-1D73C4EA1C70}" srcOrd="1" destOrd="0" presId="urn:microsoft.com/office/officeart/2018/2/layout/IconLabelList"/>
    <dgm:cxn modelId="{4C8E28D9-332E-4341-8741-F7EDB9101B6B}" type="presParOf" srcId="{078FE23D-C5FC-4B9A-84D1-28DE625C226A}" destId="{BE57F090-BAAE-4134-BD40-FD462CAF33F3}" srcOrd="2" destOrd="0" presId="urn:microsoft.com/office/officeart/2018/2/layout/IconLabelList"/>
    <dgm:cxn modelId="{372D4ABD-3873-4C8F-82CE-AF251AAA3888}" type="presParOf" srcId="{D0285B8E-DE72-4277-8C29-1E7113AF456A}" destId="{C6E1D4FD-B265-43A3-9C52-DC8D80C46641}" srcOrd="5" destOrd="0" presId="urn:microsoft.com/office/officeart/2018/2/layout/IconLabelList"/>
    <dgm:cxn modelId="{22668973-93D9-4A97-936C-5D9779966405}" type="presParOf" srcId="{D0285B8E-DE72-4277-8C29-1E7113AF456A}" destId="{7C0EC8E1-68D4-47C2-9685-B8379789D4A2}" srcOrd="6" destOrd="0" presId="urn:microsoft.com/office/officeart/2018/2/layout/IconLabelList"/>
    <dgm:cxn modelId="{F96C465D-DFAC-4B83-A25E-631D38C3E545}" type="presParOf" srcId="{7C0EC8E1-68D4-47C2-9685-B8379789D4A2}" destId="{EF0A5310-946F-4A08-A352-3A283A86D7D0}" srcOrd="0" destOrd="0" presId="urn:microsoft.com/office/officeart/2018/2/layout/IconLabelList"/>
    <dgm:cxn modelId="{CEF6EE25-6C66-44D6-9326-EF201457C91A}" type="presParOf" srcId="{7C0EC8E1-68D4-47C2-9685-B8379789D4A2}" destId="{FD175308-1446-4FCF-947B-B092D11574F4}" srcOrd="1" destOrd="0" presId="urn:microsoft.com/office/officeart/2018/2/layout/IconLabelList"/>
    <dgm:cxn modelId="{3E6522EB-6571-40C9-87BB-6865A0C3153C}" type="presParOf" srcId="{7C0EC8E1-68D4-47C2-9685-B8379789D4A2}" destId="{DD816E37-5B90-471B-9D1F-DCAC630199D1}" srcOrd="2" destOrd="0" presId="urn:microsoft.com/office/officeart/2018/2/layout/IconLabelList"/>
    <dgm:cxn modelId="{2D6B20C4-691C-4B1D-B684-AC898D5E50E3}" type="presParOf" srcId="{D0285B8E-DE72-4277-8C29-1E7113AF456A}" destId="{890B58D1-144C-429B-BB7C-523A808124C0}" srcOrd="7" destOrd="0" presId="urn:microsoft.com/office/officeart/2018/2/layout/IconLabelList"/>
    <dgm:cxn modelId="{18796E88-758C-4D35-8597-E22B4A03E30D}" type="presParOf" srcId="{D0285B8E-DE72-4277-8C29-1E7113AF456A}" destId="{91A9DA20-8F95-4DC2-80D4-26CD5BFE47CD}" srcOrd="8" destOrd="0" presId="urn:microsoft.com/office/officeart/2018/2/layout/IconLabelList"/>
    <dgm:cxn modelId="{0594B79B-708F-4991-B1FC-95BE6941D1CC}" type="presParOf" srcId="{91A9DA20-8F95-4DC2-80D4-26CD5BFE47CD}" destId="{A99EFD14-547F-4947-8F0A-A76622FD9A09}" srcOrd="0" destOrd="0" presId="urn:microsoft.com/office/officeart/2018/2/layout/IconLabelList"/>
    <dgm:cxn modelId="{90743B2A-12E6-4174-A8E8-7BD5F0D38714}" type="presParOf" srcId="{91A9DA20-8F95-4DC2-80D4-26CD5BFE47CD}" destId="{C35C3E28-4115-46AB-94FB-32EB24C87FB2}" srcOrd="1" destOrd="0" presId="urn:microsoft.com/office/officeart/2018/2/layout/IconLabelList"/>
    <dgm:cxn modelId="{7A359B2E-4F8E-4459-A2A3-7A8BFA4C5CCB}" type="presParOf" srcId="{91A9DA20-8F95-4DC2-80D4-26CD5BFE47CD}" destId="{E5BC6DD1-922F-4B5F-864A-4A0DD1C9E0F1}" srcOrd="2" destOrd="0" presId="urn:microsoft.com/office/officeart/2018/2/layout/IconLabelList"/>
    <dgm:cxn modelId="{973061B1-32D1-4143-B1DF-BD5EBBAE468E}" type="presParOf" srcId="{D0285B8E-DE72-4277-8C29-1E7113AF456A}" destId="{5BC83971-0397-4F53-BE19-955BE999ED96}" srcOrd="9" destOrd="0" presId="urn:microsoft.com/office/officeart/2018/2/layout/IconLabelList"/>
    <dgm:cxn modelId="{30A2F704-1062-4C97-A8E1-1B20FA764507}" type="presParOf" srcId="{D0285B8E-DE72-4277-8C29-1E7113AF456A}" destId="{A4C24A38-B394-4233-9B71-4D8BA51B6ABA}" srcOrd="10" destOrd="0" presId="urn:microsoft.com/office/officeart/2018/2/layout/IconLabelList"/>
    <dgm:cxn modelId="{07E4CBBB-D2CE-48C4-8597-7024513EB7FD}" type="presParOf" srcId="{A4C24A38-B394-4233-9B71-4D8BA51B6ABA}" destId="{184876FB-A807-4045-82B8-14DFD4D7DE42}" srcOrd="0" destOrd="0" presId="urn:microsoft.com/office/officeart/2018/2/layout/IconLabelList"/>
    <dgm:cxn modelId="{BEC886D9-D009-4658-A4DE-874DB5F52663}" type="presParOf" srcId="{A4C24A38-B394-4233-9B71-4D8BA51B6ABA}" destId="{9815E51F-AAAC-4F65-A490-D640D6E8AED9}" srcOrd="1" destOrd="0" presId="urn:microsoft.com/office/officeart/2018/2/layout/IconLabelList"/>
    <dgm:cxn modelId="{C5CF24C7-1912-4D1E-A3C6-BE9566C3CCE1}" type="presParOf" srcId="{A4C24A38-B394-4233-9B71-4D8BA51B6ABA}" destId="{A2C70C7B-91B6-4D33-A44A-823DFFC88A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A733E2-80A7-4296-9148-6799AAC469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CFE527-2993-446C-BEFD-E076025172B3}">
      <dgm:prSet/>
      <dgm:spPr/>
      <dgm:t>
        <a:bodyPr/>
        <a:lstStyle/>
        <a:p>
          <a:r>
            <a:rPr lang="en-US" b="0" i="0"/>
            <a:t>References</a:t>
          </a:r>
          <a:endParaRPr lang="en-US"/>
        </a:p>
      </dgm:t>
    </dgm:pt>
    <dgm:pt modelId="{6AC79496-AF01-4D79-8BBA-59EA3153CC2F}" type="parTrans" cxnId="{83C04BE2-8DF2-491F-9EB7-1FA82F977838}">
      <dgm:prSet/>
      <dgm:spPr/>
      <dgm:t>
        <a:bodyPr/>
        <a:lstStyle/>
        <a:p>
          <a:endParaRPr lang="en-US"/>
        </a:p>
      </dgm:t>
    </dgm:pt>
    <dgm:pt modelId="{B878883F-402B-4A53-BCF0-9E181C7108CC}" type="sibTrans" cxnId="{83C04BE2-8DF2-491F-9EB7-1FA82F977838}">
      <dgm:prSet/>
      <dgm:spPr/>
      <dgm:t>
        <a:bodyPr/>
        <a:lstStyle/>
        <a:p>
          <a:endParaRPr lang="en-US"/>
        </a:p>
      </dgm:t>
    </dgm:pt>
    <dgm:pt modelId="{3979FC5B-78DE-44C1-8217-36B463428519}">
      <dgm:prSet/>
      <dgm:spPr/>
      <dgm:t>
        <a:bodyPr/>
        <a:lstStyle/>
        <a:p>
          <a:r>
            <a:rPr lang="en-US" b="0" i="0" u="sng">
              <a:hlinkClick xmlns:r="http://schemas.openxmlformats.org/officeDocument/2006/relationships" r:id="rId1"/>
            </a:rPr>
            <a:t>SmartVision GitHub Repository</a:t>
          </a:r>
          <a:endParaRPr lang="en-US"/>
        </a:p>
      </dgm:t>
    </dgm:pt>
    <dgm:pt modelId="{2C3513D7-7A85-4D47-B976-5B97FF448392}" type="parTrans" cxnId="{A188C327-243E-4469-B36D-D1CF96E231BE}">
      <dgm:prSet/>
      <dgm:spPr/>
      <dgm:t>
        <a:bodyPr/>
        <a:lstStyle/>
        <a:p>
          <a:endParaRPr lang="en-US"/>
        </a:p>
      </dgm:t>
    </dgm:pt>
    <dgm:pt modelId="{73A3BEB3-54BC-401E-B19D-E7F8FC2B0D52}" type="sibTrans" cxnId="{A188C327-243E-4469-B36D-D1CF96E231BE}">
      <dgm:prSet/>
      <dgm:spPr/>
      <dgm:t>
        <a:bodyPr/>
        <a:lstStyle/>
        <a:p>
          <a:endParaRPr lang="en-US"/>
        </a:p>
      </dgm:t>
    </dgm:pt>
    <dgm:pt modelId="{DDBAF18F-7053-4BB5-BE44-92FC819E2EA9}">
      <dgm:prSet/>
      <dgm:spPr/>
      <dgm:t>
        <a:bodyPr/>
        <a:lstStyle/>
        <a:p>
          <a:r>
            <a:rPr lang="en-US" b="0" i="0"/>
            <a:t>OpenCV, TensorFlow Lite, Jupyter Documentation</a:t>
          </a:r>
          <a:endParaRPr lang="en-US"/>
        </a:p>
      </dgm:t>
    </dgm:pt>
    <dgm:pt modelId="{43473C93-FD9B-4D85-A833-7FA49068575D}" type="parTrans" cxnId="{5B662163-4E12-43B0-B4BD-6126F655CBC3}">
      <dgm:prSet/>
      <dgm:spPr/>
      <dgm:t>
        <a:bodyPr/>
        <a:lstStyle/>
        <a:p>
          <a:endParaRPr lang="en-US"/>
        </a:p>
      </dgm:t>
    </dgm:pt>
    <dgm:pt modelId="{87903819-7DD9-4CCB-B266-C93879D556BF}" type="sibTrans" cxnId="{5B662163-4E12-43B0-B4BD-6126F655CBC3}">
      <dgm:prSet/>
      <dgm:spPr/>
      <dgm:t>
        <a:bodyPr/>
        <a:lstStyle/>
        <a:p>
          <a:endParaRPr lang="en-US"/>
        </a:p>
      </dgm:t>
    </dgm:pt>
    <dgm:pt modelId="{60BA3C97-EAD6-4A29-BD7F-29D4E0D921CE}">
      <dgm:prSet/>
      <dgm:spPr/>
      <dgm:t>
        <a:bodyPr/>
        <a:lstStyle/>
        <a:p>
          <a:r>
            <a:rPr lang="en-US" b="0" i="0"/>
            <a:t>Raspberry Pi Power Management Whitepaper</a:t>
          </a:r>
          <a:endParaRPr lang="en-US"/>
        </a:p>
      </dgm:t>
    </dgm:pt>
    <dgm:pt modelId="{B2CAEE32-C42F-4CC8-9776-D336E7E82211}" type="parTrans" cxnId="{3B124413-D281-4D4B-9DF2-AEFAF83D3E98}">
      <dgm:prSet/>
      <dgm:spPr/>
      <dgm:t>
        <a:bodyPr/>
        <a:lstStyle/>
        <a:p>
          <a:endParaRPr lang="en-US"/>
        </a:p>
      </dgm:t>
    </dgm:pt>
    <dgm:pt modelId="{DF0BF4D8-A61A-4243-8AA9-DF4822C65DFC}" type="sibTrans" cxnId="{3B124413-D281-4D4B-9DF2-AEFAF83D3E98}">
      <dgm:prSet/>
      <dgm:spPr/>
      <dgm:t>
        <a:bodyPr/>
        <a:lstStyle/>
        <a:p>
          <a:endParaRPr lang="en-US"/>
        </a:p>
      </dgm:t>
    </dgm:pt>
    <dgm:pt modelId="{2F8E9779-C878-4837-8C3F-3118B5B2B8BA}">
      <dgm:prSet/>
      <dgm:spPr/>
      <dgm:t>
        <a:bodyPr/>
        <a:lstStyle/>
        <a:p>
          <a:r>
            <a:rPr lang="en-US" b="0" i="0" u="sng">
              <a:hlinkClick xmlns:r="http://schemas.openxmlformats.org/officeDocument/2006/relationships" r:id="rId2"/>
            </a:rPr>
            <a:t>Yahboom Dofbot-Pi Documentation</a:t>
          </a:r>
          <a:endParaRPr lang="en-US"/>
        </a:p>
      </dgm:t>
    </dgm:pt>
    <dgm:pt modelId="{25A71B32-DAD6-441E-BE89-35C21613DF5A}" type="parTrans" cxnId="{F3E32D54-C903-4FF8-BFFD-CDBEDF155815}">
      <dgm:prSet/>
      <dgm:spPr/>
      <dgm:t>
        <a:bodyPr/>
        <a:lstStyle/>
        <a:p>
          <a:endParaRPr lang="en-US"/>
        </a:p>
      </dgm:t>
    </dgm:pt>
    <dgm:pt modelId="{DD9FB62C-E9DA-4871-A1B5-FD395B272DEC}" type="sibTrans" cxnId="{F3E32D54-C903-4FF8-BFFD-CDBEDF155815}">
      <dgm:prSet/>
      <dgm:spPr/>
      <dgm:t>
        <a:bodyPr/>
        <a:lstStyle/>
        <a:p>
          <a:endParaRPr lang="en-US"/>
        </a:p>
      </dgm:t>
    </dgm:pt>
    <dgm:pt modelId="{07B5F9B1-9710-4178-9EE3-3FD3C40F9F18}">
      <dgm:prSet/>
      <dgm:spPr/>
      <dgm:t>
        <a:bodyPr/>
        <a:lstStyle/>
        <a:p>
          <a:r>
            <a:rPr lang="en-US" b="0" i="0"/>
            <a:t>SSRN Paper: Impact of Color-Coding on Memory Retention</a:t>
          </a:r>
          <a:endParaRPr lang="en-US"/>
        </a:p>
      </dgm:t>
    </dgm:pt>
    <dgm:pt modelId="{9103F45A-E22A-4374-A1AB-0508887E93A6}" type="parTrans" cxnId="{C613E115-262B-4A8C-8CF8-BA6C90B22AB7}">
      <dgm:prSet/>
      <dgm:spPr/>
      <dgm:t>
        <a:bodyPr/>
        <a:lstStyle/>
        <a:p>
          <a:endParaRPr lang="en-US"/>
        </a:p>
      </dgm:t>
    </dgm:pt>
    <dgm:pt modelId="{9F31EA0A-8965-4919-A42F-735E58C3841E}" type="sibTrans" cxnId="{C613E115-262B-4A8C-8CF8-BA6C90B22AB7}">
      <dgm:prSet/>
      <dgm:spPr/>
      <dgm:t>
        <a:bodyPr/>
        <a:lstStyle/>
        <a:p>
          <a:endParaRPr lang="en-US"/>
        </a:p>
      </dgm:t>
    </dgm:pt>
    <dgm:pt modelId="{5E39FE2D-9ED5-2F49-9F73-951FCF3B0ABD}" type="pres">
      <dgm:prSet presAssocID="{BCA733E2-80A7-4296-9148-6799AAC46988}" presName="linear" presStyleCnt="0">
        <dgm:presLayoutVars>
          <dgm:animLvl val="lvl"/>
          <dgm:resizeHandles val="exact"/>
        </dgm:presLayoutVars>
      </dgm:prSet>
      <dgm:spPr/>
    </dgm:pt>
    <dgm:pt modelId="{6266C46D-E846-3D44-BAA5-BBF94AC25A93}" type="pres">
      <dgm:prSet presAssocID="{80CFE527-2993-446C-BEFD-E076025172B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D8BE60F-ACD7-CF48-878C-448C733EDA80}" type="pres">
      <dgm:prSet presAssocID="{B878883F-402B-4A53-BCF0-9E181C7108CC}" presName="spacer" presStyleCnt="0"/>
      <dgm:spPr/>
    </dgm:pt>
    <dgm:pt modelId="{2B3B5801-EC30-9047-AB0F-CB9DFCDE253B}" type="pres">
      <dgm:prSet presAssocID="{3979FC5B-78DE-44C1-8217-36B46342851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57B7466-5762-1049-8CCC-5E2ED5EBC8CF}" type="pres">
      <dgm:prSet presAssocID="{73A3BEB3-54BC-401E-B19D-E7F8FC2B0D52}" presName="spacer" presStyleCnt="0"/>
      <dgm:spPr/>
    </dgm:pt>
    <dgm:pt modelId="{4F0BACD0-86DA-D94A-AECD-4AE37F4E0FB4}" type="pres">
      <dgm:prSet presAssocID="{DDBAF18F-7053-4BB5-BE44-92FC819E2EA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95301AA-C035-ED44-9D21-465727046F9C}" type="pres">
      <dgm:prSet presAssocID="{87903819-7DD9-4CCB-B266-C93879D556BF}" presName="spacer" presStyleCnt="0"/>
      <dgm:spPr/>
    </dgm:pt>
    <dgm:pt modelId="{B143092D-2408-1B40-B14B-98B88D3A611E}" type="pres">
      <dgm:prSet presAssocID="{60BA3C97-EAD6-4A29-BD7F-29D4E0D921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93C369F-C21B-C141-BB6C-D1899DB1B71F}" type="pres">
      <dgm:prSet presAssocID="{DF0BF4D8-A61A-4243-8AA9-DF4822C65DFC}" presName="spacer" presStyleCnt="0"/>
      <dgm:spPr/>
    </dgm:pt>
    <dgm:pt modelId="{A09E4583-12DD-E545-BA83-CBAF9C468233}" type="pres">
      <dgm:prSet presAssocID="{2F8E9779-C878-4837-8C3F-3118B5B2B8B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376F645-EABF-174E-8D6E-909EC76637DF}" type="pres">
      <dgm:prSet presAssocID="{DD9FB62C-E9DA-4871-A1B5-FD395B272DEC}" presName="spacer" presStyleCnt="0"/>
      <dgm:spPr/>
    </dgm:pt>
    <dgm:pt modelId="{5B7DE1C2-498C-8549-9E35-9B3CE3C6AA5B}" type="pres">
      <dgm:prSet presAssocID="{07B5F9B1-9710-4178-9EE3-3FD3C40F9F1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B124413-D281-4D4B-9DF2-AEFAF83D3E98}" srcId="{BCA733E2-80A7-4296-9148-6799AAC46988}" destId="{60BA3C97-EAD6-4A29-BD7F-29D4E0D921CE}" srcOrd="3" destOrd="0" parTransId="{B2CAEE32-C42F-4CC8-9776-D336E7E82211}" sibTransId="{DF0BF4D8-A61A-4243-8AA9-DF4822C65DFC}"/>
    <dgm:cxn modelId="{C613E115-262B-4A8C-8CF8-BA6C90B22AB7}" srcId="{BCA733E2-80A7-4296-9148-6799AAC46988}" destId="{07B5F9B1-9710-4178-9EE3-3FD3C40F9F18}" srcOrd="5" destOrd="0" parTransId="{9103F45A-E22A-4374-A1AB-0508887E93A6}" sibTransId="{9F31EA0A-8965-4919-A42F-735E58C3841E}"/>
    <dgm:cxn modelId="{1860271E-4B38-EC41-87B1-F41DCBC9293A}" type="presOf" srcId="{07B5F9B1-9710-4178-9EE3-3FD3C40F9F18}" destId="{5B7DE1C2-498C-8549-9E35-9B3CE3C6AA5B}" srcOrd="0" destOrd="0" presId="urn:microsoft.com/office/officeart/2005/8/layout/vList2"/>
    <dgm:cxn modelId="{A188C327-243E-4469-B36D-D1CF96E231BE}" srcId="{BCA733E2-80A7-4296-9148-6799AAC46988}" destId="{3979FC5B-78DE-44C1-8217-36B463428519}" srcOrd="1" destOrd="0" parTransId="{2C3513D7-7A85-4D47-B976-5B97FF448392}" sibTransId="{73A3BEB3-54BC-401E-B19D-E7F8FC2B0D52}"/>
    <dgm:cxn modelId="{9179822B-ECC7-2746-B1FE-4D1DD3CAAF36}" type="presOf" srcId="{BCA733E2-80A7-4296-9148-6799AAC46988}" destId="{5E39FE2D-9ED5-2F49-9F73-951FCF3B0ABD}" srcOrd="0" destOrd="0" presId="urn:microsoft.com/office/officeart/2005/8/layout/vList2"/>
    <dgm:cxn modelId="{F3E32D54-C903-4FF8-BFFD-CDBEDF155815}" srcId="{BCA733E2-80A7-4296-9148-6799AAC46988}" destId="{2F8E9779-C878-4837-8C3F-3118B5B2B8BA}" srcOrd="4" destOrd="0" parTransId="{25A71B32-DAD6-441E-BE89-35C21613DF5A}" sibTransId="{DD9FB62C-E9DA-4871-A1B5-FD395B272DEC}"/>
    <dgm:cxn modelId="{5B662163-4E12-43B0-B4BD-6126F655CBC3}" srcId="{BCA733E2-80A7-4296-9148-6799AAC46988}" destId="{DDBAF18F-7053-4BB5-BE44-92FC819E2EA9}" srcOrd="2" destOrd="0" parTransId="{43473C93-FD9B-4D85-A833-7FA49068575D}" sibTransId="{87903819-7DD9-4CCB-B266-C93879D556BF}"/>
    <dgm:cxn modelId="{5A8A4685-A70A-9447-930F-3E0EB0DE4DA7}" type="presOf" srcId="{2F8E9779-C878-4837-8C3F-3118B5B2B8BA}" destId="{A09E4583-12DD-E545-BA83-CBAF9C468233}" srcOrd="0" destOrd="0" presId="urn:microsoft.com/office/officeart/2005/8/layout/vList2"/>
    <dgm:cxn modelId="{E949CB8E-F5ED-1944-81F5-48D493E4BCE9}" type="presOf" srcId="{80CFE527-2993-446C-BEFD-E076025172B3}" destId="{6266C46D-E846-3D44-BAA5-BBF94AC25A93}" srcOrd="0" destOrd="0" presId="urn:microsoft.com/office/officeart/2005/8/layout/vList2"/>
    <dgm:cxn modelId="{15BAE09A-8ED1-2541-B973-5998AA0A6456}" type="presOf" srcId="{60BA3C97-EAD6-4A29-BD7F-29D4E0D921CE}" destId="{B143092D-2408-1B40-B14B-98B88D3A611E}" srcOrd="0" destOrd="0" presId="urn:microsoft.com/office/officeart/2005/8/layout/vList2"/>
    <dgm:cxn modelId="{203300B7-8EA3-6648-B2C6-651254D18D0C}" type="presOf" srcId="{3979FC5B-78DE-44C1-8217-36B463428519}" destId="{2B3B5801-EC30-9047-AB0F-CB9DFCDE253B}" srcOrd="0" destOrd="0" presId="urn:microsoft.com/office/officeart/2005/8/layout/vList2"/>
    <dgm:cxn modelId="{5437C3BD-CD99-A84F-8008-66D0A8A319D6}" type="presOf" srcId="{DDBAF18F-7053-4BB5-BE44-92FC819E2EA9}" destId="{4F0BACD0-86DA-D94A-AECD-4AE37F4E0FB4}" srcOrd="0" destOrd="0" presId="urn:microsoft.com/office/officeart/2005/8/layout/vList2"/>
    <dgm:cxn modelId="{83C04BE2-8DF2-491F-9EB7-1FA82F977838}" srcId="{BCA733E2-80A7-4296-9148-6799AAC46988}" destId="{80CFE527-2993-446C-BEFD-E076025172B3}" srcOrd="0" destOrd="0" parTransId="{6AC79496-AF01-4D79-8BBA-59EA3153CC2F}" sibTransId="{B878883F-402B-4A53-BCF0-9E181C7108CC}"/>
    <dgm:cxn modelId="{A1EB8468-8B01-B24A-8C0A-09B81DCFD1EE}" type="presParOf" srcId="{5E39FE2D-9ED5-2F49-9F73-951FCF3B0ABD}" destId="{6266C46D-E846-3D44-BAA5-BBF94AC25A93}" srcOrd="0" destOrd="0" presId="urn:microsoft.com/office/officeart/2005/8/layout/vList2"/>
    <dgm:cxn modelId="{E285A5F7-590A-754B-B5F5-8A2C95035FC0}" type="presParOf" srcId="{5E39FE2D-9ED5-2F49-9F73-951FCF3B0ABD}" destId="{FD8BE60F-ACD7-CF48-878C-448C733EDA80}" srcOrd="1" destOrd="0" presId="urn:microsoft.com/office/officeart/2005/8/layout/vList2"/>
    <dgm:cxn modelId="{8D17CCBF-5E77-DB48-AB00-3DCE6FF2A94B}" type="presParOf" srcId="{5E39FE2D-9ED5-2F49-9F73-951FCF3B0ABD}" destId="{2B3B5801-EC30-9047-AB0F-CB9DFCDE253B}" srcOrd="2" destOrd="0" presId="urn:microsoft.com/office/officeart/2005/8/layout/vList2"/>
    <dgm:cxn modelId="{ABD7127B-93FA-4547-8C05-212D56F1465D}" type="presParOf" srcId="{5E39FE2D-9ED5-2F49-9F73-951FCF3B0ABD}" destId="{057B7466-5762-1049-8CCC-5E2ED5EBC8CF}" srcOrd="3" destOrd="0" presId="urn:microsoft.com/office/officeart/2005/8/layout/vList2"/>
    <dgm:cxn modelId="{2F4B0E4D-664E-2044-BA44-A3ED7D98B2B2}" type="presParOf" srcId="{5E39FE2D-9ED5-2F49-9F73-951FCF3B0ABD}" destId="{4F0BACD0-86DA-D94A-AECD-4AE37F4E0FB4}" srcOrd="4" destOrd="0" presId="urn:microsoft.com/office/officeart/2005/8/layout/vList2"/>
    <dgm:cxn modelId="{B804C61E-0F43-884C-AC46-A29DB3567BD3}" type="presParOf" srcId="{5E39FE2D-9ED5-2F49-9F73-951FCF3B0ABD}" destId="{795301AA-C035-ED44-9D21-465727046F9C}" srcOrd="5" destOrd="0" presId="urn:microsoft.com/office/officeart/2005/8/layout/vList2"/>
    <dgm:cxn modelId="{C0639282-0FFB-AD42-8636-8B0CAD8AF910}" type="presParOf" srcId="{5E39FE2D-9ED5-2F49-9F73-951FCF3B0ABD}" destId="{B143092D-2408-1B40-B14B-98B88D3A611E}" srcOrd="6" destOrd="0" presId="urn:microsoft.com/office/officeart/2005/8/layout/vList2"/>
    <dgm:cxn modelId="{6882965B-8081-884E-AE2F-5DF37C6D90C6}" type="presParOf" srcId="{5E39FE2D-9ED5-2F49-9F73-951FCF3B0ABD}" destId="{093C369F-C21B-C141-BB6C-D1899DB1B71F}" srcOrd="7" destOrd="0" presId="urn:microsoft.com/office/officeart/2005/8/layout/vList2"/>
    <dgm:cxn modelId="{9CFBFC0C-CA16-E648-8B1D-CF8CB9251B8C}" type="presParOf" srcId="{5E39FE2D-9ED5-2F49-9F73-951FCF3B0ABD}" destId="{A09E4583-12DD-E545-BA83-CBAF9C468233}" srcOrd="8" destOrd="0" presId="urn:microsoft.com/office/officeart/2005/8/layout/vList2"/>
    <dgm:cxn modelId="{7E0B1054-32AC-1742-9194-B171451C42CB}" type="presParOf" srcId="{5E39FE2D-9ED5-2F49-9F73-951FCF3B0ABD}" destId="{E376F645-EABF-174E-8D6E-909EC76637DF}" srcOrd="9" destOrd="0" presId="urn:microsoft.com/office/officeart/2005/8/layout/vList2"/>
    <dgm:cxn modelId="{5A23937B-6A34-224D-AF18-60BC62EC8FF7}" type="presParOf" srcId="{5E39FE2D-9ED5-2F49-9F73-951FCF3B0ABD}" destId="{5B7DE1C2-498C-8549-9E35-9B3CE3C6AA5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C1F39-13AC-44D3-8A0C-ADBF9B5C676D}">
      <dsp:nvSpPr>
        <dsp:cNvPr id="0" name=""/>
        <dsp:cNvSpPr/>
      </dsp:nvSpPr>
      <dsp:spPr>
        <a:xfrm>
          <a:off x="0" y="680"/>
          <a:ext cx="6305550" cy="15919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6CCE0-D7F2-4F40-B5F9-AC30412610F0}">
      <dsp:nvSpPr>
        <dsp:cNvPr id="0" name=""/>
        <dsp:cNvSpPr/>
      </dsp:nvSpPr>
      <dsp:spPr>
        <a:xfrm>
          <a:off x="481573" y="358875"/>
          <a:ext cx="875587" cy="875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47061-59C4-43D2-978A-E680C34253F7}">
      <dsp:nvSpPr>
        <dsp:cNvPr id="0" name=""/>
        <dsp:cNvSpPr/>
      </dsp:nvSpPr>
      <dsp:spPr>
        <a:xfrm>
          <a:off x="1838734" y="680"/>
          <a:ext cx="4466815" cy="159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84" tIns="168484" rIns="168484" bIns="16848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Manual transfer of color-coded notes to digital platforms</a:t>
          </a:r>
          <a:endParaRPr lang="en-US" sz="2500" kern="1200"/>
        </a:p>
      </dsp:txBody>
      <dsp:txXfrm>
        <a:off x="1838734" y="680"/>
        <a:ext cx="4466815" cy="1591978"/>
      </dsp:txXfrm>
    </dsp:sp>
    <dsp:sp modelId="{80DFA22C-0489-49CB-8F09-A6802766E41A}">
      <dsp:nvSpPr>
        <dsp:cNvPr id="0" name=""/>
        <dsp:cNvSpPr/>
      </dsp:nvSpPr>
      <dsp:spPr>
        <a:xfrm>
          <a:off x="0" y="1990652"/>
          <a:ext cx="6305550" cy="15919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2ED9A-71F7-42EA-AFFA-06B12FCBC5F3}">
      <dsp:nvSpPr>
        <dsp:cNvPr id="0" name=""/>
        <dsp:cNvSpPr/>
      </dsp:nvSpPr>
      <dsp:spPr>
        <a:xfrm>
          <a:off x="481573" y="2348848"/>
          <a:ext cx="875587" cy="875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98E1B-EC52-4808-A91F-86EFEEE2018F}">
      <dsp:nvSpPr>
        <dsp:cNvPr id="0" name=""/>
        <dsp:cNvSpPr/>
      </dsp:nvSpPr>
      <dsp:spPr>
        <a:xfrm>
          <a:off x="1838734" y="1990652"/>
          <a:ext cx="4466815" cy="159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84" tIns="168484" rIns="168484" bIns="16848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40% memory loss from disorganized information (SSRN Paper 14)</a:t>
          </a:r>
          <a:endParaRPr lang="en-US" sz="2500" kern="1200"/>
        </a:p>
      </dsp:txBody>
      <dsp:txXfrm>
        <a:off x="1838734" y="1990652"/>
        <a:ext cx="4466815" cy="1591978"/>
      </dsp:txXfrm>
    </dsp:sp>
    <dsp:sp modelId="{1EF222A7-C05B-42BA-9884-8AC05268D390}">
      <dsp:nvSpPr>
        <dsp:cNvPr id="0" name=""/>
        <dsp:cNvSpPr/>
      </dsp:nvSpPr>
      <dsp:spPr>
        <a:xfrm>
          <a:off x="0" y="3980625"/>
          <a:ext cx="6305550" cy="15919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FC3E5-8067-49F6-A5F0-6C472390E827}">
      <dsp:nvSpPr>
        <dsp:cNvPr id="0" name=""/>
        <dsp:cNvSpPr/>
      </dsp:nvSpPr>
      <dsp:spPr>
        <a:xfrm>
          <a:off x="481573" y="4338820"/>
          <a:ext cx="875587" cy="875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9E998-8588-4378-9895-C68B98647A97}">
      <dsp:nvSpPr>
        <dsp:cNvPr id="0" name=""/>
        <dsp:cNvSpPr/>
      </dsp:nvSpPr>
      <dsp:spPr>
        <a:xfrm>
          <a:off x="1838734" y="3980625"/>
          <a:ext cx="4466815" cy="159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84" tIns="168484" rIns="168484" bIns="16848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No system linking physical/digital learning tools</a:t>
          </a:r>
          <a:endParaRPr lang="en-US" sz="2500" kern="1200"/>
        </a:p>
      </dsp:txBody>
      <dsp:txXfrm>
        <a:off x="1838734" y="3980625"/>
        <a:ext cx="4466815" cy="1591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3CE6C-B2C9-B94B-9AC0-FD35B43CF1B7}">
      <dsp:nvSpPr>
        <dsp:cNvPr id="0" name=""/>
        <dsp:cNvSpPr/>
      </dsp:nvSpPr>
      <dsp:spPr>
        <a:xfrm>
          <a:off x="4970" y="1334817"/>
          <a:ext cx="1540774" cy="92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Physical Note</a:t>
          </a:r>
        </a:p>
      </dsp:txBody>
      <dsp:txXfrm>
        <a:off x="32047" y="1361894"/>
        <a:ext cx="1486620" cy="870310"/>
      </dsp:txXfrm>
    </dsp:sp>
    <dsp:sp modelId="{3AFF2B93-B337-454E-A4D2-102981086A62}">
      <dsp:nvSpPr>
        <dsp:cNvPr id="0" name=""/>
        <dsp:cNvSpPr/>
      </dsp:nvSpPr>
      <dsp:spPr>
        <a:xfrm>
          <a:off x="1699821" y="1605994"/>
          <a:ext cx="326644" cy="382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699821" y="1682416"/>
        <a:ext cx="228651" cy="229267"/>
      </dsp:txXfrm>
    </dsp:sp>
    <dsp:sp modelId="{EE746A53-568E-F347-8D1C-8D8FB893B074}">
      <dsp:nvSpPr>
        <dsp:cNvPr id="0" name=""/>
        <dsp:cNvSpPr/>
      </dsp:nvSpPr>
      <dsp:spPr>
        <a:xfrm>
          <a:off x="2162054" y="1334817"/>
          <a:ext cx="1540774" cy="92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Camera Capture</a:t>
          </a:r>
        </a:p>
      </dsp:txBody>
      <dsp:txXfrm>
        <a:off x="2189131" y="1361894"/>
        <a:ext cx="1486620" cy="870310"/>
      </dsp:txXfrm>
    </dsp:sp>
    <dsp:sp modelId="{72E2D460-DF59-E54A-8DEF-3A9917320D8D}">
      <dsp:nvSpPr>
        <dsp:cNvPr id="0" name=""/>
        <dsp:cNvSpPr/>
      </dsp:nvSpPr>
      <dsp:spPr>
        <a:xfrm>
          <a:off x="3856905" y="1605994"/>
          <a:ext cx="326644" cy="382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856905" y="1682416"/>
        <a:ext cx="228651" cy="229267"/>
      </dsp:txXfrm>
    </dsp:sp>
    <dsp:sp modelId="{4F950A83-4DF8-AF47-80D9-755EF4D1918B}">
      <dsp:nvSpPr>
        <dsp:cNvPr id="0" name=""/>
        <dsp:cNvSpPr/>
      </dsp:nvSpPr>
      <dsp:spPr>
        <a:xfrm>
          <a:off x="4319137" y="1334817"/>
          <a:ext cx="1540774" cy="92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OpenCV Color Detection</a:t>
          </a:r>
        </a:p>
      </dsp:txBody>
      <dsp:txXfrm>
        <a:off x="4346214" y="1361894"/>
        <a:ext cx="1486620" cy="870310"/>
      </dsp:txXfrm>
    </dsp:sp>
    <dsp:sp modelId="{0D1B0436-2E54-FD4D-9061-7DBCCB43F7F2}">
      <dsp:nvSpPr>
        <dsp:cNvPr id="0" name=""/>
        <dsp:cNvSpPr/>
      </dsp:nvSpPr>
      <dsp:spPr>
        <a:xfrm>
          <a:off x="6013989" y="1605994"/>
          <a:ext cx="326644" cy="382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13989" y="1682416"/>
        <a:ext cx="228651" cy="229267"/>
      </dsp:txXfrm>
    </dsp:sp>
    <dsp:sp modelId="{63C9CBB4-E091-2A4B-8660-52B3D80B2163}">
      <dsp:nvSpPr>
        <dsp:cNvPr id="0" name=""/>
        <dsp:cNvSpPr/>
      </dsp:nvSpPr>
      <dsp:spPr>
        <a:xfrm>
          <a:off x="6476221" y="1334817"/>
          <a:ext cx="1540774" cy="92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TensorFlow Lite Classification</a:t>
          </a:r>
        </a:p>
      </dsp:txBody>
      <dsp:txXfrm>
        <a:off x="6503298" y="1361894"/>
        <a:ext cx="1486620" cy="870310"/>
      </dsp:txXfrm>
    </dsp:sp>
    <dsp:sp modelId="{6BD4A1A9-9140-3B42-9621-149BD359123B}">
      <dsp:nvSpPr>
        <dsp:cNvPr id="0" name=""/>
        <dsp:cNvSpPr/>
      </dsp:nvSpPr>
      <dsp:spPr>
        <a:xfrm>
          <a:off x="8171073" y="1605994"/>
          <a:ext cx="326644" cy="382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171073" y="1682416"/>
        <a:ext cx="228651" cy="229267"/>
      </dsp:txXfrm>
    </dsp:sp>
    <dsp:sp modelId="{6B3BC2FC-4FFA-F74C-BFEF-CCD54615B9EE}">
      <dsp:nvSpPr>
        <dsp:cNvPr id="0" name=""/>
        <dsp:cNvSpPr/>
      </dsp:nvSpPr>
      <dsp:spPr>
        <a:xfrm>
          <a:off x="8633305" y="1334817"/>
          <a:ext cx="1540774" cy="92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Quizlet Sync</a:t>
          </a:r>
        </a:p>
      </dsp:txBody>
      <dsp:txXfrm>
        <a:off x="8660382" y="1361894"/>
        <a:ext cx="1486620" cy="870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0CC29-F44A-9F42-85C9-A0C5B749C3E2}">
      <dsp:nvSpPr>
        <dsp:cNvPr id="0" name=""/>
        <dsp:cNvSpPr/>
      </dsp:nvSpPr>
      <dsp:spPr>
        <a:xfrm>
          <a:off x="2982" y="140966"/>
          <a:ext cx="2365833" cy="331216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50" tIns="330200" rIns="18445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u="none" kern="1200" dirty="0"/>
            <a:t>Bridge theory and practice in machine learning/computer vision through hands-on robotics.</a:t>
          </a:r>
          <a:endParaRPr lang="en-US" sz="1600" kern="1200" dirty="0"/>
        </a:p>
      </dsp:txBody>
      <dsp:txXfrm>
        <a:off x="2982" y="1399589"/>
        <a:ext cx="2365833" cy="1987300"/>
      </dsp:txXfrm>
    </dsp:sp>
    <dsp:sp modelId="{A80D65AD-F6ED-3941-B0BF-3995257F189E}">
      <dsp:nvSpPr>
        <dsp:cNvPr id="0" name=""/>
        <dsp:cNvSpPr/>
      </dsp:nvSpPr>
      <dsp:spPr>
        <a:xfrm>
          <a:off x="689073" y="472183"/>
          <a:ext cx="993650" cy="9936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69" tIns="12700" rIns="774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34590" y="617700"/>
        <a:ext cx="702616" cy="702616"/>
      </dsp:txXfrm>
    </dsp:sp>
    <dsp:sp modelId="{C5CB790A-7896-0943-959E-5C38DC1E5AEE}">
      <dsp:nvSpPr>
        <dsp:cNvPr id="0" name=""/>
        <dsp:cNvSpPr/>
      </dsp:nvSpPr>
      <dsp:spPr>
        <a:xfrm>
          <a:off x="2982" y="3453061"/>
          <a:ext cx="2365833" cy="72"/>
        </a:xfrm>
        <a:prstGeom prst="rect">
          <a:avLst/>
        </a:prstGeom>
        <a:solidFill>
          <a:schemeClr val="accent5">
            <a:hueOff val="2730669"/>
            <a:satOff val="-5834"/>
            <a:lumOff val="-2437"/>
            <a:alphaOff val="0"/>
          </a:schemeClr>
        </a:solidFill>
        <a:ln w="12700" cap="flat" cmpd="sng" algn="in">
          <a:solidFill>
            <a:schemeClr val="accent5">
              <a:hueOff val="2730669"/>
              <a:satOff val="-5834"/>
              <a:lumOff val="-2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6472A-93FD-244F-AA97-0F7D7D125A2B}">
      <dsp:nvSpPr>
        <dsp:cNvPr id="0" name=""/>
        <dsp:cNvSpPr/>
      </dsp:nvSpPr>
      <dsp:spPr>
        <a:xfrm>
          <a:off x="2605399" y="140966"/>
          <a:ext cx="2365833" cy="3312167"/>
        </a:xfrm>
        <a:prstGeom prst="rect">
          <a:avLst/>
        </a:prstGeom>
        <a:solidFill>
          <a:schemeClr val="accent5">
            <a:tint val="40000"/>
            <a:alpha val="90000"/>
            <a:hueOff val="6442474"/>
            <a:satOff val="-12825"/>
            <a:lumOff val="-152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6442474"/>
              <a:satOff val="-12825"/>
              <a:lumOff val="-15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50" tIns="330200" rIns="18445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u="none" kern="1200" dirty="0"/>
            <a:t>Enhance accessibility to advanced tools by using open-source software and affordable hardware.</a:t>
          </a:r>
        </a:p>
      </dsp:txBody>
      <dsp:txXfrm>
        <a:off x="2605399" y="1399589"/>
        <a:ext cx="2365833" cy="1987300"/>
      </dsp:txXfrm>
    </dsp:sp>
    <dsp:sp modelId="{950CAF4D-4A27-6648-AAAB-2ECD825ED55C}">
      <dsp:nvSpPr>
        <dsp:cNvPr id="0" name=""/>
        <dsp:cNvSpPr/>
      </dsp:nvSpPr>
      <dsp:spPr>
        <a:xfrm>
          <a:off x="3291491" y="472183"/>
          <a:ext cx="993650" cy="993650"/>
        </a:xfrm>
        <a:prstGeom prst="ellipse">
          <a:avLst/>
        </a:prstGeom>
        <a:solidFill>
          <a:schemeClr val="accent5">
            <a:hueOff val="5461339"/>
            <a:satOff val="-11668"/>
            <a:lumOff val="-4874"/>
            <a:alphaOff val="0"/>
          </a:schemeClr>
        </a:solidFill>
        <a:ln w="12700" cap="flat" cmpd="sng" algn="in">
          <a:solidFill>
            <a:schemeClr val="accent5">
              <a:hueOff val="5461339"/>
              <a:satOff val="-11668"/>
              <a:lumOff val="-48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69" tIns="12700" rIns="774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37008" y="617700"/>
        <a:ext cx="702616" cy="702616"/>
      </dsp:txXfrm>
    </dsp:sp>
    <dsp:sp modelId="{14A7865E-82A7-2C4A-9F13-CC5C28119500}">
      <dsp:nvSpPr>
        <dsp:cNvPr id="0" name=""/>
        <dsp:cNvSpPr/>
      </dsp:nvSpPr>
      <dsp:spPr>
        <a:xfrm>
          <a:off x="2605399" y="3453061"/>
          <a:ext cx="2365833" cy="72"/>
        </a:xfrm>
        <a:prstGeom prst="rect">
          <a:avLst/>
        </a:prstGeom>
        <a:solidFill>
          <a:schemeClr val="accent5">
            <a:hueOff val="8192008"/>
            <a:satOff val="-17502"/>
            <a:lumOff val="-7311"/>
            <a:alphaOff val="0"/>
          </a:schemeClr>
        </a:solidFill>
        <a:ln w="12700" cap="flat" cmpd="sng" algn="in">
          <a:solidFill>
            <a:schemeClr val="accent5">
              <a:hueOff val="8192008"/>
              <a:satOff val="-17502"/>
              <a:lumOff val="-73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03E33-AEE6-D041-AD56-4D9E44743ADD}">
      <dsp:nvSpPr>
        <dsp:cNvPr id="0" name=""/>
        <dsp:cNvSpPr/>
      </dsp:nvSpPr>
      <dsp:spPr>
        <a:xfrm>
          <a:off x="5207816" y="140966"/>
          <a:ext cx="2365833" cy="3312167"/>
        </a:xfrm>
        <a:prstGeom prst="rect">
          <a:avLst/>
        </a:prstGeom>
        <a:solidFill>
          <a:schemeClr val="accent5">
            <a:tint val="40000"/>
            <a:alpha val="90000"/>
            <a:hueOff val="12884949"/>
            <a:satOff val="-25651"/>
            <a:lumOff val="-304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12884949"/>
              <a:satOff val="-25651"/>
              <a:lumOff val="-30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50" tIns="330200" rIns="18445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u="none" kern="1200"/>
            <a:t>Demonstrate real-world applications in education, healthcare, and industry.</a:t>
          </a:r>
        </a:p>
      </dsp:txBody>
      <dsp:txXfrm>
        <a:off x="5207816" y="1399589"/>
        <a:ext cx="2365833" cy="1987300"/>
      </dsp:txXfrm>
    </dsp:sp>
    <dsp:sp modelId="{C4F10E6A-6649-424D-A2B0-A4CC7BBDE479}">
      <dsp:nvSpPr>
        <dsp:cNvPr id="0" name=""/>
        <dsp:cNvSpPr/>
      </dsp:nvSpPr>
      <dsp:spPr>
        <a:xfrm>
          <a:off x="5893908" y="472183"/>
          <a:ext cx="993650" cy="993650"/>
        </a:xfrm>
        <a:prstGeom prst="ellipse">
          <a:avLst/>
        </a:prstGeom>
        <a:solidFill>
          <a:schemeClr val="accent5">
            <a:hueOff val="10922677"/>
            <a:satOff val="-23335"/>
            <a:lumOff val="-9748"/>
            <a:alphaOff val="0"/>
          </a:schemeClr>
        </a:solidFill>
        <a:ln w="12700" cap="flat" cmpd="sng" algn="in">
          <a:solidFill>
            <a:schemeClr val="accent5">
              <a:hueOff val="10922677"/>
              <a:satOff val="-23335"/>
              <a:lumOff val="-97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69" tIns="12700" rIns="774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039425" y="617700"/>
        <a:ext cx="702616" cy="702616"/>
      </dsp:txXfrm>
    </dsp:sp>
    <dsp:sp modelId="{88DCC853-DEB2-5E4A-BC46-ECA82B9F6A41}">
      <dsp:nvSpPr>
        <dsp:cNvPr id="0" name=""/>
        <dsp:cNvSpPr/>
      </dsp:nvSpPr>
      <dsp:spPr>
        <a:xfrm>
          <a:off x="5207816" y="3453061"/>
          <a:ext cx="2365833" cy="72"/>
        </a:xfrm>
        <a:prstGeom prst="rect">
          <a:avLst/>
        </a:prstGeom>
        <a:solidFill>
          <a:schemeClr val="accent5">
            <a:hueOff val="13653346"/>
            <a:satOff val="-29169"/>
            <a:lumOff val="-12185"/>
            <a:alphaOff val="0"/>
          </a:schemeClr>
        </a:solidFill>
        <a:ln w="12700" cap="flat" cmpd="sng" algn="in">
          <a:solidFill>
            <a:schemeClr val="accent5">
              <a:hueOff val="13653346"/>
              <a:satOff val="-29169"/>
              <a:lumOff val="-121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1777E-5307-4046-A629-AF7185C2E6C6}">
      <dsp:nvSpPr>
        <dsp:cNvPr id="0" name=""/>
        <dsp:cNvSpPr/>
      </dsp:nvSpPr>
      <dsp:spPr>
        <a:xfrm>
          <a:off x="7810233" y="140966"/>
          <a:ext cx="2365833" cy="3312167"/>
        </a:xfrm>
        <a:prstGeom prst="rect">
          <a:avLst/>
        </a:prstGeom>
        <a:solidFill>
          <a:schemeClr val="accent5">
            <a:tint val="40000"/>
            <a:alpha val="90000"/>
            <a:hueOff val="19327423"/>
            <a:satOff val="-38476"/>
            <a:lumOff val="-456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19327423"/>
              <a:satOff val="-38476"/>
              <a:lumOff val="-45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450" tIns="330200" rIns="18445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u="none" kern="1200"/>
            <a:t>Encourage innovation with a modular, extensible design.</a:t>
          </a:r>
        </a:p>
      </dsp:txBody>
      <dsp:txXfrm>
        <a:off x="7810233" y="1399589"/>
        <a:ext cx="2365833" cy="1987300"/>
      </dsp:txXfrm>
    </dsp:sp>
    <dsp:sp modelId="{EC8F8EB0-00AE-AF4C-8A56-6057DB356FD1}">
      <dsp:nvSpPr>
        <dsp:cNvPr id="0" name=""/>
        <dsp:cNvSpPr/>
      </dsp:nvSpPr>
      <dsp:spPr>
        <a:xfrm>
          <a:off x="8496325" y="472183"/>
          <a:ext cx="993650" cy="993650"/>
        </a:xfrm>
        <a:prstGeom prst="ellipse">
          <a:avLst/>
        </a:prstGeom>
        <a:solidFill>
          <a:schemeClr val="accent5">
            <a:hueOff val="16384016"/>
            <a:satOff val="-35003"/>
            <a:lumOff val="-14622"/>
            <a:alphaOff val="0"/>
          </a:schemeClr>
        </a:solidFill>
        <a:ln w="12700" cap="flat" cmpd="sng" algn="in">
          <a:solidFill>
            <a:schemeClr val="accent5">
              <a:hueOff val="16384016"/>
              <a:satOff val="-35003"/>
              <a:lumOff val="-146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69" tIns="12700" rIns="7746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641842" y="617700"/>
        <a:ext cx="702616" cy="702616"/>
      </dsp:txXfrm>
    </dsp:sp>
    <dsp:sp modelId="{3D8389F8-10B8-E24F-9259-49AE9C8525AD}">
      <dsp:nvSpPr>
        <dsp:cNvPr id="0" name=""/>
        <dsp:cNvSpPr/>
      </dsp:nvSpPr>
      <dsp:spPr>
        <a:xfrm>
          <a:off x="7810233" y="3453061"/>
          <a:ext cx="2365833" cy="72"/>
        </a:xfrm>
        <a:prstGeom prst="rect">
          <a:avLst/>
        </a:prstGeom>
        <a:solidFill>
          <a:schemeClr val="accent5">
            <a:hueOff val="19114684"/>
            <a:satOff val="-40837"/>
            <a:lumOff val="-17059"/>
            <a:alphaOff val="0"/>
          </a:schemeClr>
        </a:solidFill>
        <a:ln w="12700" cap="flat" cmpd="sng" algn="in">
          <a:solidFill>
            <a:schemeClr val="accent5">
              <a:hueOff val="19114684"/>
              <a:satOff val="-40837"/>
              <a:lumOff val="-17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EECF0-63FB-47D9-A8EA-5A518A6D722D}">
      <dsp:nvSpPr>
        <dsp:cNvPr id="0" name=""/>
        <dsp:cNvSpPr/>
      </dsp:nvSpPr>
      <dsp:spPr>
        <a:xfrm>
          <a:off x="0" y="1491"/>
          <a:ext cx="10179050" cy="756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9CEE3-1C9F-4D25-A23E-E7DAFDB0EF3E}">
      <dsp:nvSpPr>
        <dsp:cNvPr id="0" name=""/>
        <dsp:cNvSpPr/>
      </dsp:nvSpPr>
      <dsp:spPr>
        <a:xfrm>
          <a:off x="228697" y="171597"/>
          <a:ext cx="415813" cy="4158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B8B36-49B5-430D-8118-6B7DF5752DC6}">
      <dsp:nvSpPr>
        <dsp:cNvPr id="0" name=""/>
        <dsp:cNvSpPr/>
      </dsp:nvSpPr>
      <dsp:spPr>
        <a:xfrm>
          <a:off x="873208" y="1491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/>
            <a:t>Bridge theory and practice in machine learning/computer vision through hands-on robotics.</a:t>
          </a:r>
          <a:endParaRPr lang="en-US" sz="2000" kern="1200"/>
        </a:p>
      </dsp:txBody>
      <dsp:txXfrm>
        <a:off x="873208" y="1491"/>
        <a:ext cx="9305841" cy="756024"/>
      </dsp:txXfrm>
    </dsp:sp>
    <dsp:sp modelId="{95277301-671E-4635-AA09-AB28E9FE2FFD}">
      <dsp:nvSpPr>
        <dsp:cNvPr id="0" name=""/>
        <dsp:cNvSpPr/>
      </dsp:nvSpPr>
      <dsp:spPr>
        <a:xfrm>
          <a:off x="0" y="946522"/>
          <a:ext cx="10179050" cy="756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BF6A9B-11FE-44FA-945B-F049D4C20C7D}">
      <dsp:nvSpPr>
        <dsp:cNvPr id="0" name=""/>
        <dsp:cNvSpPr/>
      </dsp:nvSpPr>
      <dsp:spPr>
        <a:xfrm>
          <a:off x="228697" y="1116627"/>
          <a:ext cx="415813" cy="4158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6B5A6-7940-4225-AFC8-26B99D5918F6}">
      <dsp:nvSpPr>
        <dsp:cNvPr id="0" name=""/>
        <dsp:cNvSpPr/>
      </dsp:nvSpPr>
      <dsp:spPr>
        <a:xfrm>
          <a:off x="873208" y="946522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/>
            <a:t>Enhance accessibility to advanced tools by using open-source software and affordable hardware.</a:t>
          </a:r>
        </a:p>
      </dsp:txBody>
      <dsp:txXfrm>
        <a:off x="873208" y="946522"/>
        <a:ext cx="9305841" cy="756024"/>
      </dsp:txXfrm>
    </dsp:sp>
    <dsp:sp modelId="{E5A30E77-7E35-4FCF-A8DE-20C79F23BB5A}">
      <dsp:nvSpPr>
        <dsp:cNvPr id="0" name=""/>
        <dsp:cNvSpPr/>
      </dsp:nvSpPr>
      <dsp:spPr>
        <a:xfrm>
          <a:off x="0" y="1891553"/>
          <a:ext cx="10179050" cy="756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DEE63-6254-4649-971F-456A485F2AB1}">
      <dsp:nvSpPr>
        <dsp:cNvPr id="0" name=""/>
        <dsp:cNvSpPr/>
      </dsp:nvSpPr>
      <dsp:spPr>
        <a:xfrm>
          <a:off x="228697" y="2061658"/>
          <a:ext cx="415813" cy="4158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921B2-E00B-46B8-8B0F-5DE2440A47E4}">
      <dsp:nvSpPr>
        <dsp:cNvPr id="0" name=""/>
        <dsp:cNvSpPr/>
      </dsp:nvSpPr>
      <dsp:spPr>
        <a:xfrm>
          <a:off x="873208" y="1891553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/>
            <a:t>Demonstrate real-world applications in education, healthcare, and industry.</a:t>
          </a:r>
        </a:p>
      </dsp:txBody>
      <dsp:txXfrm>
        <a:off x="873208" y="1891553"/>
        <a:ext cx="9305841" cy="756024"/>
      </dsp:txXfrm>
    </dsp:sp>
    <dsp:sp modelId="{79986946-1F0C-4682-8C23-7A3A48195098}">
      <dsp:nvSpPr>
        <dsp:cNvPr id="0" name=""/>
        <dsp:cNvSpPr/>
      </dsp:nvSpPr>
      <dsp:spPr>
        <a:xfrm>
          <a:off x="0" y="2836583"/>
          <a:ext cx="10179050" cy="7560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61AB5-4DBD-4BE3-97C4-010BBBCDCC4E}">
      <dsp:nvSpPr>
        <dsp:cNvPr id="0" name=""/>
        <dsp:cNvSpPr/>
      </dsp:nvSpPr>
      <dsp:spPr>
        <a:xfrm>
          <a:off x="228697" y="3006689"/>
          <a:ext cx="415813" cy="4158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8FA2D-D39B-4C73-8684-B93BE5E09B8B}">
      <dsp:nvSpPr>
        <dsp:cNvPr id="0" name=""/>
        <dsp:cNvSpPr/>
      </dsp:nvSpPr>
      <dsp:spPr>
        <a:xfrm>
          <a:off x="873208" y="2836583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/>
            <a:t>Encourage innovation with a modular, extensible design.</a:t>
          </a:r>
        </a:p>
      </dsp:txBody>
      <dsp:txXfrm>
        <a:off x="873208" y="2836583"/>
        <a:ext cx="9305841" cy="7560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66BA3-CF00-4181-9717-83C143E64C25}">
      <dsp:nvSpPr>
        <dsp:cNvPr id="0" name=""/>
        <dsp:cNvSpPr/>
      </dsp:nvSpPr>
      <dsp:spPr>
        <a:xfrm>
          <a:off x="0" y="3894"/>
          <a:ext cx="6158418" cy="8295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02BB1-D9E6-4618-9C27-998E6EBD34D8}">
      <dsp:nvSpPr>
        <dsp:cNvPr id="0" name=""/>
        <dsp:cNvSpPr/>
      </dsp:nvSpPr>
      <dsp:spPr>
        <a:xfrm>
          <a:off x="250940" y="190544"/>
          <a:ext cx="456255" cy="4562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12206-EAEC-4353-BBA4-38D478CE40A8}">
      <dsp:nvSpPr>
        <dsp:cNvPr id="0" name=""/>
        <dsp:cNvSpPr/>
      </dsp:nvSpPr>
      <dsp:spPr>
        <a:xfrm>
          <a:off x="958136" y="3894"/>
          <a:ext cx="5200281" cy="829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795" tIns="87795" rIns="87795" bIns="87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Dataset: Combination of custom images (robotic arm), open-source datasets (e.g., Rubik’s cubes), and simulated images.</a:t>
          </a:r>
          <a:endParaRPr lang="en-US" sz="1600" kern="1200"/>
        </a:p>
      </dsp:txBody>
      <dsp:txXfrm>
        <a:off x="958136" y="3894"/>
        <a:ext cx="5200281" cy="829555"/>
      </dsp:txXfrm>
    </dsp:sp>
    <dsp:sp modelId="{CDBDE8A9-F7AA-4DD7-94E3-AD89DC73D681}">
      <dsp:nvSpPr>
        <dsp:cNvPr id="0" name=""/>
        <dsp:cNvSpPr/>
      </dsp:nvSpPr>
      <dsp:spPr>
        <a:xfrm>
          <a:off x="0" y="1040839"/>
          <a:ext cx="6158418" cy="8295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CE414-0E1D-4F27-B961-3982603CAF17}">
      <dsp:nvSpPr>
        <dsp:cNvPr id="0" name=""/>
        <dsp:cNvSpPr/>
      </dsp:nvSpPr>
      <dsp:spPr>
        <a:xfrm>
          <a:off x="250940" y="1227489"/>
          <a:ext cx="456255" cy="4562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9812F-1A26-4552-8613-D95825B533D2}">
      <dsp:nvSpPr>
        <dsp:cNvPr id="0" name=""/>
        <dsp:cNvSpPr/>
      </dsp:nvSpPr>
      <dsp:spPr>
        <a:xfrm>
          <a:off x="958136" y="1040839"/>
          <a:ext cx="5200281" cy="829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795" tIns="87795" rIns="87795" bIns="87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Preprocessing: Resizing, normalization, augmentation (rotation, flipping, brightness, etc.).</a:t>
          </a:r>
          <a:endParaRPr lang="en-US" sz="1600" kern="1200"/>
        </a:p>
      </dsp:txBody>
      <dsp:txXfrm>
        <a:off x="958136" y="1040839"/>
        <a:ext cx="5200281" cy="829555"/>
      </dsp:txXfrm>
    </dsp:sp>
    <dsp:sp modelId="{2276427B-D4B5-4CD3-933C-FA488FC73978}">
      <dsp:nvSpPr>
        <dsp:cNvPr id="0" name=""/>
        <dsp:cNvSpPr/>
      </dsp:nvSpPr>
      <dsp:spPr>
        <a:xfrm>
          <a:off x="0" y="2077784"/>
          <a:ext cx="6158418" cy="8295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D89DEA-24BA-4594-A147-35C7A19E0A8D}">
      <dsp:nvSpPr>
        <dsp:cNvPr id="0" name=""/>
        <dsp:cNvSpPr/>
      </dsp:nvSpPr>
      <dsp:spPr>
        <a:xfrm>
          <a:off x="250940" y="2264434"/>
          <a:ext cx="456255" cy="4562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B3DA7-BB9F-421C-937B-B0949A2F9A67}">
      <dsp:nvSpPr>
        <dsp:cNvPr id="0" name=""/>
        <dsp:cNvSpPr/>
      </dsp:nvSpPr>
      <dsp:spPr>
        <a:xfrm>
          <a:off x="958136" y="2077784"/>
          <a:ext cx="5200281" cy="829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795" tIns="87795" rIns="87795" bIns="87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Training: Fine-tuning YOLO and Mobilenet on color-labeled cubes and sticky notes.</a:t>
          </a:r>
          <a:endParaRPr lang="en-US" sz="1600" kern="1200"/>
        </a:p>
      </dsp:txBody>
      <dsp:txXfrm>
        <a:off x="958136" y="2077784"/>
        <a:ext cx="5200281" cy="829555"/>
      </dsp:txXfrm>
    </dsp:sp>
    <dsp:sp modelId="{B37D08D4-97EC-40CA-AD1B-84CBDBF6B74F}">
      <dsp:nvSpPr>
        <dsp:cNvPr id="0" name=""/>
        <dsp:cNvSpPr/>
      </dsp:nvSpPr>
      <dsp:spPr>
        <a:xfrm>
          <a:off x="0" y="3114728"/>
          <a:ext cx="6158418" cy="8295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F4EC1-5F74-4B00-857F-345E9DEBEAE5}">
      <dsp:nvSpPr>
        <dsp:cNvPr id="0" name=""/>
        <dsp:cNvSpPr/>
      </dsp:nvSpPr>
      <dsp:spPr>
        <a:xfrm>
          <a:off x="250940" y="3301378"/>
          <a:ext cx="456255" cy="4562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6E850-46C9-4DBA-AE14-02DD9D7F9D8B}">
      <dsp:nvSpPr>
        <dsp:cNvPr id="0" name=""/>
        <dsp:cNvSpPr/>
      </dsp:nvSpPr>
      <dsp:spPr>
        <a:xfrm>
          <a:off x="958136" y="3114728"/>
          <a:ext cx="5200281" cy="829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795" tIns="87795" rIns="87795" bIns="87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Evaluation: Cross-validation, accuracy and mAP metrics.</a:t>
          </a:r>
          <a:endParaRPr lang="en-US" sz="1600" kern="1200"/>
        </a:p>
      </dsp:txBody>
      <dsp:txXfrm>
        <a:off x="958136" y="3114728"/>
        <a:ext cx="5200281" cy="829555"/>
      </dsp:txXfrm>
    </dsp:sp>
    <dsp:sp modelId="{717613B2-9137-44A6-99FF-FDB74A016036}">
      <dsp:nvSpPr>
        <dsp:cNvPr id="0" name=""/>
        <dsp:cNvSpPr/>
      </dsp:nvSpPr>
      <dsp:spPr>
        <a:xfrm>
          <a:off x="0" y="4151673"/>
          <a:ext cx="6158418" cy="8295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8A0535-0F81-400C-A8FD-F2D01DAEE0CA}">
      <dsp:nvSpPr>
        <dsp:cNvPr id="0" name=""/>
        <dsp:cNvSpPr/>
      </dsp:nvSpPr>
      <dsp:spPr>
        <a:xfrm>
          <a:off x="250940" y="4338323"/>
          <a:ext cx="456255" cy="4562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3C7FD-8E17-4EDA-A23B-968D4C91AE60}">
      <dsp:nvSpPr>
        <dsp:cNvPr id="0" name=""/>
        <dsp:cNvSpPr/>
      </dsp:nvSpPr>
      <dsp:spPr>
        <a:xfrm>
          <a:off x="958136" y="4151673"/>
          <a:ext cx="5200281" cy="829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795" tIns="87795" rIns="87795" bIns="8779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Deployment: Quantized models for TensorFlow Lite, optimized for ARM.</a:t>
          </a:r>
          <a:endParaRPr lang="en-US" sz="1600" kern="1200"/>
        </a:p>
      </dsp:txBody>
      <dsp:txXfrm>
        <a:off x="958136" y="4151673"/>
        <a:ext cx="5200281" cy="8295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BCC5C-7D9F-454F-9889-7D7F11E1D572}">
      <dsp:nvSpPr>
        <dsp:cNvPr id="0" name=""/>
        <dsp:cNvSpPr/>
      </dsp:nvSpPr>
      <dsp:spPr>
        <a:xfrm>
          <a:off x="1924" y="9912"/>
          <a:ext cx="1876392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Education</a:t>
          </a:r>
          <a:endParaRPr lang="en-US" sz="1800" kern="1200"/>
        </a:p>
      </dsp:txBody>
      <dsp:txXfrm>
        <a:off x="1924" y="9912"/>
        <a:ext cx="1876392" cy="518400"/>
      </dsp:txXfrm>
    </dsp:sp>
    <dsp:sp modelId="{B401E835-6172-B346-BF13-387D0E3F7A46}">
      <dsp:nvSpPr>
        <dsp:cNvPr id="0" name=""/>
        <dsp:cNvSpPr/>
      </dsp:nvSpPr>
      <dsp:spPr>
        <a:xfrm>
          <a:off x="1924" y="528312"/>
          <a:ext cx="1876392" cy="44468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Automated note digitization: 87% reduction in manual entry time.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Learning analytics: Tracks and categorizes notes by color and content.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Accessibility: Supports ADHD/dyslexia learners with visual organization.</a:t>
          </a:r>
          <a:endParaRPr lang="en-US" sz="1800" kern="1200" dirty="0"/>
        </a:p>
      </dsp:txBody>
      <dsp:txXfrm>
        <a:off x="1924" y="528312"/>
        <a:ext cx="1876392" cy="4446899"/>
      </dsp:txXfrm>
    </dsp:sp>
    <dsp:sp modelId="{DA678B8A-F4D9-4046-A6F4-25C96899B0C0}">
      <dsp:nvSpPr>
        <dsp:cNvPr id="0" name=""/>
        <dsp:cNvSpPr/>
      </dsp:nvSpPr>
      <dsp:spPr>
        <a:xfrm>
          <a:off x="2141012" y="9912"/>
          <a:ext cx="1876392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Industry</a:t>
          </a:r>
          <a:endParaRPr lang="en-US" sz="1800" kern="1200"/>
        </a:p>
      </dsp:txBody>
      <dsp:txXfrm>
        <a:off x="2141012" y="9912"/>
        <a:ext cx="1876392" cy="518400"/>
      </dsp:txXfrm>
    </dsp:sp>
    <dsp:sp modelId="{79F828DB-0A7E-C444-9A1E-6B30679F6A3D}">
      <dsp:nvSpPr>
        <dsp:cNvPr id="0" name=""/>
        <dsp:cNvSpPr/>
      </dsp:nvSpPr>
      <dsp:spPr>
        <a:xfrm>
          <a:off x="2141012" y="528312"/>
          <a:ext cx="1876392" cy="44468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Quality control: Detects color defects, sorts items by color.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Inventory management: Visual tracking and categorization.</a:t>
          </a:r>
          <a:endParaRPr lang="en-US" sz="1800" kern="1200" dirty="0"/>
        </a:p>
      </dsp:txBody>
      <dsp:txXfrm>
        <a:off x="2141012" y="528312"/>
        <a:ext cx="1876392" cy="4446899"/>
      </dsp:txXfrm>
    </dsp:sp>
    <dsp:sp modelId="{8A2B78C2-44C9-DC44-8AB5-DAF288CCD18A}">
      <dsp:nvSpPr>
        <dsp:cNvPr id="0" name=""/>
        <dsp:cNvSpPr/>
      </dsp:nvSpPr>
      <dsp:spPr>
        <a:xfrm>
          <a:off x="4280100" y="9912"/>
          <a:ext cx="1876392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Healthcare</a:t>
          </a:r>
          <a:endParaRPr lang="en-US" sz="1800" kern="1200"/>
        </a:p>
      </dsp:txBody>
      <dsp:txXfrm>
        <a:off x="4280100" y="9912"/>
        <a:ext cx="1876392" cy="518400"/>
      </dsp:txXfrm>
    </dsp:sp>
    <dsp:sp modelId="{0435207D-B4E6-3043-8FFB-2CE1D18F6133}">
      <dsp:nvSpPr>
        <dsp:cNvPr id="0" name=""/>
        <dsp:cNvSpPr/>
      </dsp:nvSpPr>
      <dsp:spPr>
        <a:xfrm>
          <a:off x="4280100" y="528312"/>
          <a:ext cx="1876392" cy="44468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Medication sorting: Identifies pills by color.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/>
            <a:t>Colorimetric analysis: Reads chemical test results.</a:t>
          </a:r>
          <a:endParaRPr lang="en-US" sz="1800" kern="1200" dirty="0"/>
        </a:p>
      </dsp:txBody>
      <dsp:txXfrm>
        <a:off x="4280100" y="528312"/>
        <a:ext cx="1876392" cy="44468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8241C-CB3F-EB44-9F88-44239D9BF4A6}">
      <dsp:nvSpPr>
        <dsp:cNvPr id="0" name=""/>
        <dsp:cNvSpPr/>
      </dsp:nvSpPr>
      <dsp:spPr>
        <a:xfrm>
          <a:off x="0" y="0"/>
          <a:ext cx="61584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AA5AC-8946-FF48-8C03-07B681760DC4}">
      <dsp:nvSpPr>
        <dsp:cNvPr id="0" name=""/>
        <dsp:cNvSpPr/>
      </dsp:nvSpPr>
      <dsp:spPr>
        <a:xfrm>
          <a:off x="0" y="0"/>
          <a:ext cx="6158418" cy="1246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EdTech Robots: $5B+ global market, rising demand for hands-on STEM tools.</a:t>
          </a:r>
          <a:endParaRPr lang="en-US" sz="2000" kern="1200"/>
        </a:p>
      </dsp:txBody>
      <dsp:txXfrm>
        <a:off x="0" y="0"/>
        <a:ext cx="6158418" cy="1246281"/>
      </dsp:txXfrm>
    </dsp:sp>
    <dsp:sp modelId="{68ADCF19-CCAF-234F-9460-71D77C1014A1}">
      <dsp:nvSpPr>
        <dsp:cNvPr id="0" name=""/>
        <dsp:cNvSpPr/>
      </dsp:nvSpPr>
      <dsp:spPr>
        <a:xfrm>
          <a:off x="0" y="1246281"/>
          <a:ext cx="61584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0E1C8-1318-0A43-A3BC-8772003642C4}">
      <dsp:nvSpPr>
        <dsp:cNvPr id="0" name=""/>
        <dsp:cNvSpPr/>
      </dsp:nvSpPr>
      <dsp:spPr>
        <a:xfrm>
          <a:off x="0" y="1246281"/>
          <a:ext cx="6158418" cy="1246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Note-Taking Apps: $11B market, but lack physical-to-digital integration.</a:t>
          </a:r>
          <a:endParaRPr lang="en-US" sz="2000" kern="1200"/>
        </a:p>
      </dsp:txBody>
      <dsp:txXfrm>
        <a:off x="0" y="1246281"/>
        <a:ext cx="6158418" cy="1246281"/>
      </dsp:txXfrm>
    </dsp:sp>
    <dsp:sp modelId="{50D735A9-B8A8-674D-A631-DE9C15E90876}">
      <dsp:nvSpPr>
        <dsp:cNvPr id="0" name=""/>
        <dsp:cNvSpPr/>
      </dsp:nvSpPr>
      <dsp:spPr>
        <a:xfrm>
          <a:off x="0" y="2492562"/>
          <a:ext cx="61584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3F74F-7641-7341-BAD5-4F9ECD029F03}">
      <dsp:nvSpPr>
        <dsp:cNvPr id="0" name=""/>
        <dsp:cNvSpPr/>
      </dsp:nvSpPr>
      <dsp:spPr>
        <a:xfrm>
          <a:off x="0" y="2492562"/>
          <a:ext cx="6158418" cy="1246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Industrial Vision: $4B+ color QA market, with high cost of commercial systems.</a:t>
          </a:r>
          <a:endParaRPr lang="en-US" sz="2000" kern="1200"/>
        </a:p>
      </dsp:txBody>
      <dsp:txXfrm>
        <a:off x="0" y="2492562"/>
        <a:ext cx="6158418" cy="1246281"/>
      </dsp:txXfrm>
    </dsp:sp>
    <dsp:sp modelId="{B73640CC-0BCE-9848-9203-DD5AF01EBA77}">
      <dsp:nvSpPr>
        <dsp:cNvPr id="0" name=""/>
        <dsp:cNvSpPr/>
      </dsp:nvSpPr>
      <dsp:spPr>
        <a:xfrm>
          <a:off x="0" y="3738843"/>
          <a:ext cx="61584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C1F42-6B58-3C4C-8435-C69224FD3C80}">
      <dsp:nvSpPr>
        <dsp:cNvPr id="0" name=""/>
        <dsp:cNvSpPr/>
      </dsp:nvSpPr>
      <dsp:spPr>
        <a:xfrm>
          <a:off x="0" y="3738843"/>
          <a:ext cx="6158418" cy="1246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SmartVision’s $200 BOM achieves 70–84% of the functionality of $5k+ commercial systems, making it highly competitive for education and small-scale industrial use.</a:t>
          </a:r>
          <a:endParaRPr lang="en-US" sz="2000" kern="1200"/>
        </a:p>
      </dsp:txBody>
      <dsp:txXfrm>
        <a:off x="0" y="3738843"/>
        <a:ext cx="6158418" cy="12462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A2D4-ABDF-433B-AF2E-28B95B80BBE1}">
      <dsp:nvSpPr>
        <dsp:cNvPr id="0" name=""/>
        <dsp:cNvSpPr/>
      </dsp:nvSpPr>
      <dsp:spPr>
        <a:xfrm>
          <a:off x="559209" y="43845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EDEE9-958A-4A3C-8977-9F6F97DD62E4}">
      <dsp:nvSpPr>
        <dsp:cNvPr id="0" name=""/>
        <dsp:cNvSpPr/>
      </dsp:nvSpPr>
      <dsp:spPr>
        <a:xfrm>
          <a:off x="64209" y="15475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Voice-activated categorization: Integrate speech recognition for multimodal input.</a:t>
          </a:r>
          <a:endParaRPr lang="en-US" sz="1200" kern="1200"/>
        </a:p>
      </dsp:txBody>
      <dsp:txXfrm>
        <a:off x="64209" y="1547561"/>
        <a:ext cx="1800000" cy="720000"/>
      </dsp:txXfrm>
    </dsp:sp>
    <dsp:sp modelId="{161A875A-76EC-4E33-9CA7-CD45C8DA173A}">
      <dsp:nvSpPr>
        <dsp:cNvPr id="0" name=""/>
        <dsp:cNvSpPr/>
      </dsp:nvSpPr>
      <dsp:spPr>
        <a:xfrm>
          <a:off x="2674209" y="43845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406A9-7EC5-4622-A932-E4A35B6688E0}">
      <dsp:nvSpPr>
        <dsp:cNvPr id="0" name=""/>
        <dsp:cNvSpPr/>
      </dsp:nvSpPr>
      <dsp:spPr>
        <a:xfrm>
          <a:off x="2179209" y="15475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Augmented reality visualization: Overlay digital info on physical notes.</a:t>
          </a:r>
          <a:endParaRPr lang="en-US" sz="1200" kern="1200"/>
        </a:p>
      </dsp:txBody>
      <dsp:txXfrm>
        <a:off x="2179209" y="1547561"/>
        <a:ext cx="1800000" cy="720000"/>
      </dsp:txXfrm>
    </dsp:sp>
    <dsp:sp modelId="{3A93C840-5A31-4B4B-9FDF-F149F79F54EB}">
      <dsp:nvSpPr>
        <dsp:cNvPr id="0" name=""/>
        <dsp:cNvSpPr/>
      </dsp:nvSpPr>
      <dsp:spPr>
        <a:xfrm>
          <a:off x="4789209" y="43845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7F090-BAAE-4134-BD40-FD462CAF33F3}">
      <dsp:nvSpPr>
        <dsp:cNvPr id="0" name=""/>
        <dsp:cNvSpPr/>
      </dsp:nvSpPr>
      <dsp:spPr>
        <a:xfrm>
          <a:off x="4294209" y="154756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Collaborative learning networks: Connect multiple systems for group projects.</a:t>
          </a:r>
          <a:endParaRPr lang="en-US" sz="1200" kern="1200"/>
        </a:p>
      </dsp:txBody>
      <dsp:txXfrm>
        <a:off x="4294209" y="1547561"/>
        <a:ext cx="1800000" cy="720000"/>
      </dsp:txXfrm>
    </dsp:sp>
    <dsp:sp modelId="{EF0A5310-946F-4A08-A352-3A283A86D7D0}">
      <dsp:nvSpPr>
        <dsp:cNvPr id="0" name=""/>
        <dsp:cNvSpPr/>
      </dsp:nvSpPr>
      <dsp:spPr>
        <a:xfrm>
          <a:off x="559209" y="271756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16E37-5B90-471B-9D1F-DCAC630199D1}">
      <dsp:nvSpPr>
        <dsp:cNvPr id="0" name=""/>
        <dsp:cNvSpPr/>
      </dsp:nvSpPr>
      <dsp:spPr>
        <a:xfrm>
          <a:off x="64209" y="3826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LMS integration: Auto-import categorized notes into platforms like Canvas.</a:t>
          </a:r>
          <a:endParaRPr lang="en-US" sz="1200" kern="1200"/>
        </a:p>
      </dsp:txBody>
      <dsp:txXfrm>
        <a:off x="64209" y="3826669"/>
        <a:ext cx="1800000" cy="720000"/>
      </dsp:txXfrm>
    </dsp:sp>
    <dsp:sp modelId="{A99EFD14-547F-4947-8F0A-A76622FD9A09}">
      <dsp:nvSpPr>
        <dsp:cNvPr id="0" name=""/>
        <dsp:cNvSpPr/>
      </dsp:nvSpPr>
      <dsp:spPr>
        <a:xfrm>
          <a:off x="2674209" y="2717561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C6DD1-922F-4B5F-864A-4A0DD1C9E0F1}">
      <dsp:nvSpPr>
        <dsp:cNvPr id="0" name=""/>
        <dsp:cNvSpPr/>
      </dsp:nvSpPr>
      <dsp:spPr>
        <a:xfrm>
          <a:off x="2179209" y="3826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Healthcare compliance: FDA 510(k) submission for medical use.</a:t>
          </a:r>
          <a:endParaRPr lang="en-US" sz="1200" kern="1200"/>
        </a:p>
      </dsp:txBody>
      <dsp:txXfrm>
        <a:off x="2179209" y="3826669"/>
        <a:ext cx="1800000" cy="720000"/>
      </dsp:txXfrm>
    </dsp:sp>
    <dsp:sp modelId="{184876FB-A807-4045-82B8-14DFD4D7DE42}">
      <dsp:nvSpPr>
        <dsp:cNvPr id="0" name=""/>
        <dsp:cNvSpPr/>
      </dsp:nvSpPr>
      <dsp:spPr>
        <a:xfrm>
          <a:off x="4789209" y="2717561"/>
          <a:ext cx="810000" cy="81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70C7B-91B6-4D33-A44A-823DFFC88AF1}">
      <dsp:nvSpPr>
        <dsp:cNvPr id="0" name=""/>
        <dsp:cNvSpPr/>
      </dsp:nvSpPr>
      <dsp:spPr>
        <a:xfrm>
          <a:off x="4294209" y="3826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Community expansion: Open-source tutorials, YouTube content, classroom pilots.</a:t>
          </a:r>
          <a:endParaRPr lang="en-US" sz="1200" kern="1200"/>
        </a:p>
      </dsp:txBody>
      <dsp:txXfrm>
        <a:off x="4294209" y="3826669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6C46D-E846-3D44-BAA5-BBF94AC25A93}">
      <dsp:nvSpPr>
        <dsp:cNvPr id="0" name=""/>
        <dsp:cNvSpPr/>
      </dsp:nvSpPr>
      <dsp:spPr>
        <a:xfrm>
          <a:off x="0" y="67061"/>
          <a:ext cx="6158418" cy="760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References</a:t>
          </a:r>
          <a:endParaRPr lang="en-US" sz="2000" kern="1200"/>
        </a:p>
      </dsp:txBody>
      <dsp:txXfrm>
        <a:off x="37125" y="104186"/>
        <a:ext cx="6084168" cy="686250"/>
      </dsp:txXfrm>
    </dsp:sp>
    <dsp:sp modelId="{2B3B5801-EC30-9047-AB0F-CB9DFCDE253B}">
      <dsp:nvSpPr>
        <dsp:cNvPr id="0" name=""/>
        <dsp:cNvSpPr/>
      </dsp:nvSpPr>
      <dsp:spPr>
        <a:xfrm>
          <a:off x="0" y="885162"/>
          <a:ext cx="6158418" cy="760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sng" kern="1200">
              <a:hlinkClick xmlns:r="http://schemas.openxmlformats.org/officeDocument/2006/relationships" r:id="rId1"/>
            </a:rPr>
            <a:t>SmartVision GitHub Repository</a:t>
          </a:r>
          <a:endParaRPr lang="en-US" sz="2000" kern="1200"/>
        </a:p>
      </dsp:txBody>
      <dsp:txXfrm>
        <a:off x="37125" y="922287"/>
        <a:ext cx="6084168" cy="686250"/>
      </dsp:txXfrm>
    </dsp:sp>
    <dsp:sp modelId="{4F0BACD0-86DA-D94A-AECD-4AE37F4E0FB4}">
      <dsp:nvSpPr>
        <dsp:cNvPr id="0" name=""/>
        <dsp:cNvSpPr/>
      </dsp:nvSpPr>
      <dsp:spPr>
        <a:xfrm>
          <a:off x="0" y="1703262"/>
          <a:ext cx="6158418" cy="760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OpenCV, TensorFlow Lite, Jupyter Documentation</a:t>
          </a:r>
          <a:endParaRPr lang="en-US" sz="2000" kern="1200"/>
        </a:p>
      </dsp:txBody>
      <dsp:txXfrm>
        <a:off x="37125" y="1740387"/>
        <a:ext cx="6084168" cy="686250"/>
      </dsp:txXfrm>
    </dsp:sp>
    <dsp:sp modelId="{B143092D-2408-1B40-B14B-98B88D3A611E}">
      <dsp:nvSpPr>
        <dsp:cNvPr id="0" name=""/>
        <dsp:cNvSpPr/>
      </dsp:nvSpPr>
      <dsp:spPr>
        <a:xfrm>
          <a:off x="0" y="2521362"/>
          <a:ext cx="6158418" cy="760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Raspberry Pi Power Management Whitepaper</a:t>
          </a:r>
          <a:endParaRPr lang="en-US" sz="2000" kern="1200"/>
        </a:p>
      </dsp:txBody>
      <dsp:txXfrm>
        <a:off x="37125" y="2558487"/>
        <a:ext cx="6084168" cy="686250"/>
      </dsp:txXfrm>
    </dsp:sp>
    <dsp:sp modelId="{A09E4583-12DD-E545-BA83-CBAF9C468233}">
      <dsp:nvSpPr>
        <dsp:cNvPr id="0" name=""/>
        <dsp:cNvSpPr/>
      </dsp:nvSpPr>
      <dsp:spPr>
        <a:xfrm>
          <a:off x="0" y="3339462"/>
          <a:ext cx="6158418" cy="760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sng" kern="1200">
              <a:hlinkClick xmlns:r="http://schemas.openxmlformats.org/officeDocument/2006/relationships" r:id="rId2"/>
            </a:rPr>
            <a:t>Yahboom Dofbot-Pi Documentation</a:t>
          </a:r>
          <a:endParaRPr lang="en-US" sz="2000" kern="1200"/>
        </a:p>
      </dsp:txBody>
      <dsp:txXfrm>
        <a:off x="37125" y="3376587"/>
        <a:ext cx="6084168" cy="686250"/>
      </dsp:txXfrm>
    </dsp:sp>
    <dsp:sp modelId="{5B7DE1C2-498C-8549-9E35-9B3CE3C6AA5B}">
      <dsp:nvSpPr>
        <dsp:cNvPr id="0" name=""/>
        <dsp:cNvSpPr/>
      </dsp:nvSpPr>
      <dsp:spPr>
        <a:xfrm>
          <a:off x="0" y="4157562"/>
          <a:ext cx="6158418" cy="760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SSRN Paper: Impact of Color-Coding on Memory Retention</a:t>
          </a:r>
          <a:endParaRPr lang="en-US" sz="2000" kern="1200"/>
        </a:p>
      </dsp:txBody>
      <dsp:txXfrm>
        <a:off x="37125" y="4194687"/>
        <a:ext cx="6084168" cy="686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6CA80-31BA-2340-BBAF-3CDA23E95753}" type="datetimeFigureOut">
              <a:rPr lang="en-US" smtClean="0"/>
              <a:t>5/11/25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443D1-3FC7-EC4D-94FB-51C513E5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5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443D1-3FC7-EC4D-94FB-51C513E588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72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E314-89B3-1988-9741-3CFBB22F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3F1DE-B9D0-7686-D49A-D8BB53B81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F1AF5-CD60-2815-4DE9-0EB08B341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2603E-2FCC-1E48-A6A5-8CC8326B9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443D1-3FC7-EC4D-94FB-51C513E588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9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21332B-FE15-41A6-8919-8563A89EA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CE3D7-47DC-7023-6055-A41D17EA2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901" y="3741641"/>
            <a:ext cx="10134198" cy="1857901"/>
          </a:xfrm>
        </p:spPr>
        <p:txBody>
          <a:bodyPr anchor="t">
            <a:normAutofit/>
          </a:bodyPr>
          <a:lstStyle/>
          <a:p>
            <a:r>
              <a:rPr lang="en-US" sz="4000" dirty="0"/>
              <a:t>SmartVision: </a:t>
            </a:r>
            <a:br>
              <a:rPr lang="en-US" sz="4000" dirty="0"/>
            </a:br>
            <a:r>
              <a:rPr lang="en-US" sz="4000" b="0" i="0" u="none" strike="noStrike" dirty="0">
                <a:effectLst/>
                <a:latin typeface="fkGroteskNeue"/>
              </a:rPr>
              <a:t>AI-Powered Robotic Organization System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150A7-12F5-55DA-2F66-A78370D25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4" y="5715000"/>
            <a:ext cx="8045373" cy="6606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computer vision robot named “doffy”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39F6CA3-780D-4C3A-A889-C705E7E7D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0870B1BC-2241-B721-09CA-82DC929A5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2271" y="941544"/>
            <a:ext cx="2487458" cy="24874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6335BA4-3C40-424B-A885-29B1007B8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5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C98F4480-8749-4E48-82BB-3A0F2F31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49F694-12BA-47C4-9FF3-570372F3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F2877-B96D-470B-9F04-46B5415D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INTRODUCTION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3E8CC-BEB2-F314-88BC-92888626996E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251678" y="2286001"/>
            <a:ext cx="4363595" cy="359359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i="0" u="none" strike="noStrike">
                <a:effectLst/>
              </a:rPr>
              <a:t>SmartVision is an open-source, modular robotic vision system built on the Raspberry Pi platform, integrating a robotic arm and modern computer vision/machine learning frameworks. The project’s goal is to bridge the gap between theory and hands-on learning in computer vision, providing a practical, affordable, and extensible platform for students, educators, and makers.</a:t>
            </a:r>
          </a:p>
        </p:txBody>
      </p:sp>
      <p:pic>
        <p:nvPicPr>
          <p:cNvPr id="6" name="Content Placeholder 5" descr="A green robot arm with wires&#10;&#10;AI-generated content may be incorrect.">
            <a:extLst>
              <a:ext uri="{FF2B5EF4-FFF2-40B4-BE49-F238E27FC236}">
                <a16:creationId xmlns:a16="http://schemas.microsoft.com/office/drawing/2014/main" id="{1E856896-0219-8B61-AD61-6FBC24BF9BD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l="30540" r="13141" b="-2"/>
          <a:stretch/>
        </p:blipFill>
        <p:spPr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587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22C3B48-99E5-4B5C-8E49-15C2A9552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E041C-FBF1-E34F-4FDF-CA11F9F4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787" y="482321"/>
            <a:ext cx="3656581" cy="5571625"/>
          </a:xfrm>
        </p:spPr>
        <p:txBody>
          <a:bodyPr anchor="ctr">
            <a:normAutofit/>
          </a:bodyPr>
          <a:lstStyle/>
          <a:p>
            <a:r>
              <a:rPr lang="en-US" sz="4700" dirty="0"/>
              <a:t>Problem</a:t>
            </a:r>
            <a:br>
              <a:rPr lang="en-US" sz="4700" dirty="0"/>
            </a:br>
            <a:r>
              <a:rPr lang="en-US" sz="4700" dirty="0"/>
              <a:t>Statement: </a:t>
            </a:r>
            <a:r>
              <a:rPr lang="en-US" sz="4700" b="0" i="0" dirty="0"/>
              <a:t>Students Waste 2.3 Hours/Week Organizing Notes </a:t>
            </a:r>
            <a:endParaRPr lang="en-US" sz="4700" dirty="0"/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C67B4E51-3288-4A1F-A92C-87C9401ED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E95A6B-F840-413C-9E78-C33C02FFA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9326094-CC14-29C8-E208-3C83E1D00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9225836"/>
              </p:ext>
            </p:extLst>
          </p:nvPr>
        </p:nvGraphicFramePr>
        <p:xfrm>
          <a:off x="765175" y="481013"/>
          <a:ext cx="6305550" cy="5573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06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D017-C7A2-6D30-E63F-8CA73726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Solution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A1D7CE-358C-602E-27C1-6C1182CA83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738996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152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2D366-928E-E781-DC75-43163FEA2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C26C74-F8B8-8488-4B9A-3EA44675F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872418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178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0F37-C74E-13E7-0505-F151214E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8043-C92A-EA8D-3409-72D6A6C2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None/>
            </a:pPr>
            <a:r>
              <a:rPr lang="en-US" b="0" i="0" u="none" strike="noStrike" dirty="0">
                <a:effectLst/>
                <a:latin typeface="var(--font-fk-grotesk)"/>
              </a:rPr>
              <a:t>Technical Architecture</a:t>
            </a:r>
            <a:br>
              <a:rPr lang="en-US" b="0" i="0" u="none" strike="noStrike" dirty="0">
                <a:effectLst/>
                <a:latin typeface="var(--font-fk-grotesk)"/>
              </a:rPr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5E4486-07BB-956E-36C0-28D516DFF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813456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183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841EFD0D-0D37-447B-B1EA-4F7197E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DFF24-307B-44B0-93F0-893676F14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266D5-8E4A-AB4E-7961-D8627B68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spc="200">
                <a:solidFill>
                  <a:schemeClr val="tx2"/>
                </a:solidFill>
                <a:latin typeface="+mj-lt"/>
              </a:rPr>
              <a:t>Technical Architecture-Hardware Stack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4E74056-817B-402F-6529-16B45195CEF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51678" y="2286001"/>
            <a:ext cx="4363595" cy="35935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10000"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Hardware Sta</a:t>
            </a: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Software Stack</a:t>
            </a:r>
          </a:p>
          <a:p>
            <a:pPr algn="l">
              <a:buNone/>
            </a:pPr>
            <a:r>
              <a:rPr lang="en-US" b="0" i="0" u="none" strike="noStrike" dirty="0">
                <a:effectLst/>
                <a:latin typeface="var(--font-fk-grotesk)"/>
              </a:rPr>
              <a:t>Software Stack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fkGroteskNeue"/>
              </a:rPr>
              <a:t>OS: Ubuntu Mate for Raspberry 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fkGroteskNeue"/>
              </a:rPr>
              <a:t>Core Libraries: OpenCV 4.8, TensorFlow Lite, torchvision, Python 3.8+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fkGroteskNeue"/>
              </a:rPr>
              <a:t>Robotics: Yahboom Dofbot ROS Arm Library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fkGroteskNeue"/>
              </a:rPr>
              <a:t>Development: Jupyter Lab (LAN/WAN), automated setup scripts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fkGroteskNeue"/>
              </a:rPr>
              <a:t>Modeling: MobilenetV2, YOLOv4-Tiny, StyleGAN-ADA for augmentation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fkGroteskNeue"/>
              </a:rPr>
              <a:t>Interface: Web-based UI, HTTP API for remote control</a:t>
            </a: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11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6D9AF78-761D-21D0-28F9-5E5B6BC2E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683357"/>
              </p:ext>
            </p:extLst>
          </p:nvPr>
        </p:nvGraphicFramePr>
        <p:xfrm>
          <a:off x="6098193" y="1266588"/>
          <a:ext cx="5176744" cy="435108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713621">
                  <a:extLst>
                    <a:ext uri="{9D8B030D-6E8A-4147-A177-3AD203B41FA5}">
                      <a16:colId xmlns:a16="http://schemas.microsoft.com/office/drawing/2014/main" val="2800422694"/>
                    </a:ext>
                  </a:extLst>
                </a:gridCol>
                <a:gridCol w="1751391">
                  <a:extLst>
                    <a:ext uri="{9D8B030D-6E8A-4147-A177-3AD203B41FA5}">
                      <a16:colId xmlns:a16="http://schemas.microsoft.com/office/drawing/2014/main" val="3642917774"/>
                    </a:ext>
                  </a:extLst>
                </a:gridCol>
                <a:gridCol w="1711732">
                  <a:extLst>
                    <a:ext uri="{9D8B030D-6E8A-4147-A177-3AD203B41FA5}">
                      <a16:colId xmlns:a16="http://schemas.microsoft.com/office/drawing/2014/main" val="773638132"/>
                    </a:ext>
                  </a:extLst>
                </a:gridCol>
              </a:tblGrid>
              <a:tr h="514879"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700" b="0" cap="none" spc="0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141410" marR="95032" marT="108777" marB="1087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700" b="0" cap="none" spc="0">
                          <a:solidFill>
                            <a:schemeClr val="bg1"/>
                          </a:solidFill>
                          <a:effectLst/>
                        </a:rPr>
                        <a:t>Specification</a:t>
                      </a:r>
                    </a:p>
                  </a:txBody>
                  <a:tcPr marL="141410" marR="95032" marT="108777" marB="1087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700" b="0" cap="none" spc="0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141410" marR="95032" marT="108777" marB="1087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18470"/>
                  </a:ext>
                </a:extLst>
              </a:tr>
              <a:tr h="102250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Raspberry Pi 4 (8GB)</a:t>
                      </a:r>
                    </a:p>
                  </a:txBody>
                  <a:tcPr marL="141410" marR="95032" marT="108777" marB="1087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ARM Cortex-A72, passive cooling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Central processing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467212"/>
                  </a:ext>
                </a:extLst>
              </a:tr>
              <a:tr h="768692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Adeept RaspArm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6DOF, PWM bus servo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Robotic manipulation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020799"/>
                  </a:ext>
                </a:extLst>
              </a:tr>
              <a:tr h="768692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Pi Camera Module (UVC)</a:t>
                      </a:r>
                    </a:p>
                  </a:txBody>
                  <a:tcPr marL="141410" marR="95032" marT="108777" marB="1087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1080p@30fps, USB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Real-time image capture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5950"/>
                  </a:ext>
                </a:extLst>
              </a:tr>
              <a:tr h="1276318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Power System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Tiered 12V/5V rails, capacitors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700" cap="none" spc="0">
                          <a:solidFill>
                            <a:schemeClr val="bg1"/>
                          </a:solidFill>
                          <a:effectLst/>
                        </a:rPr>
                        <a:t>Stable operation, brownout protection</a:t>
                      </a:r>
                    </a:p>
                  </a:txBody>
                  <a:tcPr marL="141410" marR="95032" marT="108777" marB="1087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25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27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859EC-585D-7D12-350B-0C05685F3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841EFD0D-0D37-447B-B1EA-4F7197E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6DFF24-307B-44B0-93F0-893676F14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D6CE9D5-28BB-4329-B5E2-B06131F27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F7D40-5D59-4F59-A331-D8F7710A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E2B1BC2F-AEBF-4990-A7F9-197AAF28B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48664" y="0"/>
            <a:ext cx="4643336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6EF07-FF39-C908-A2B6-01DC4DF5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328" y="457200"/>
            <a:ext cx="3090672" cy="11978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pc="200">
                <a:latin typeface="+mj-lt"/>
              </a:rPr>
              <a:t>Technical Architecture-Hardware Stack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C4CE2D0-5E0F-1B94-9D76-D21FCB30489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39328" y="1655065"/>
            <a:ext cx="3090672" cy="42245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Hardware Sta</a:t>
            </a:r>
          </a:p>
          <a:p>
            <a:pPr marL="0" marR="0" lvl="0" indent="-228600" eaLnBrk="1" fontAlgn="base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Software Stack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Software Stack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OS: Ubuntu Mate for Raspberry Pi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Core Libraries: OpenCV 4.8, TensorFlow Lite, torchvision, Python 3.8+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Robotics: Yahboom Dofbot ROS Arm Library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Development: Jupyter Lab (LAN/WAN), automated setup scripts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Modeling: MobilenetV2, YOLOv4-Tiny, StyleGAN-ADA for augmentation</a:t>
            </a:r>
          </a:p>
          <a:p>
            <a:pPr indent="-228600" eaLnBrk="1" hangingPunct="1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chemeClr val="bg1"/>
                </a:solidFill>
                <a:effectLst/>
                <a:latin typeface="+mn-lt"/>
              </a:rPr>
              <a:t>Interface: Web-based UI, HTTP API for remote control</a:t>
            </a:r>
          </a:p>
          <a:p>
            <a:pPr marL="0" marR="0" lvl="0" indent="-228600" eaLnBrk="1" fontAlgn="base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8F2F0C1-CF86-935F-999C-66FF80713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72026"/>
              </p:ext>
            </p:extLst>
          </p:nvPr>
        </p:nvGraphicFramePr>
        <p:xfrm>
          <a:off x="926927" y="837113"/>
          <a:ext cx="5978275" cy="4873095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906708">
                  <a:extLst>
                    <a:ext uri="{9D8B030D-6E8A-4147-A177-3AD203B41FA5}">
                      <a16:colId xmlns:a16="http://schemas.microsoft.com/office/drawing/2014/main" val="2800422694"/>
                    </a:ext>
                  </a:extLst>
                </a:gridCol>
                <a:gridCol w="2039281">
                  <a:extLst>
                    <a:ext uri="{9D8B030D-6E8A-4147-A177-3AD203B41FA5}">
                      <a16:colId xmlns:a16="http://schemas.microsoft.com/office/drawing/2014/main" val="3642917774"/>
                    </a:ext>
                  </a:extLst>
                </a:gridCol>
                <a:gridCol w="2032286">
                  <a:extLst>
                    <a:ext uri="{9D8B030D-6E8A-4147-A177-3AD203B41FA5}">
                      <a16:colId xmlns:a16="http://schemas.microsoft.com/office/drawing/2014/main" val="773638132"/>
                    </a:ext>
                  </a:extLst>
                </a:gridCol>
              </a:tblGrid>
              <a:tr h="571038"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157344" marR="105740" marT="121034" marB="1210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Specification</a:t>
                      </a:r>
                    </a:p>
                  </a:txBody>
                  <a:tcPr marL="157344" marR="105740" marT="121034" marB="121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900" b="0" cap="none" spc="0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157344" marR="105740" marT="121034" marB="121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18470"/>
                  </a:ext>
                </a:extLst>
              </a:tr>
              <a:tr h="1147582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Raspberry Pi 4 (8GB)</a:t>
                      </a:r>
                    </a:p>
                  </a:txBody>
                  <a:tcPr marL="157344" marR="105740" marT="121034" marB="12103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ARM Cortex-A72, passive cooling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Central processing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467212"/>
                  </a:ext>
                </a:extLst>
              </a:tr>
              <a:tr h="85931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Adeept RaspArm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6DOF, PWM bus servo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Robotic manipulation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020799"/>
                  </a:ext>
                </a:extLst>
              </a:tr>
              <a:tr h="85931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Pi Camera Module (UVC)</a:t>
                      </a:r>
                    </a:p>
                  </a:txBody>
                  <a:tcPr marL="157344" marR="105740" marT="121034" marB="12103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1080p@30fps, USB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Real-time image capture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5950"/>
                  </a:ext>
                </a:extLst>
              </a:tr>
              <a:tr h="1435855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Power System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Tiered 12V/5V rails, capacitors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900" cap="none" spc="0">
                          <a:solidFill>
                            <a:schemeClr val="bg1"/>
                          </a:solidFill>
                          <a:effectLst/>
                        </a:rPr>
                        <a:t>Stable operation, brownout protection</a:t>
                      </a:r>
                    </a:p>
                  </a:txBody>
                  <a:tcPr marL="157344" marR="105740" marT="121034" marB="12103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25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10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F9A8-B88F-D954-44B4-A9753E1F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BA73-3CD9-0A84-763D-09A62075E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l">
              <a:buNone/>
            </a:pPr>
            <a:r>
              <a:rPr lang="en-US" b="0" i="0" u="none" strike="noStrike" dirty="0">
                <a:effectLst/>
                <a:latin typeface="var(--font-fk-grotesk)"/>
              </a:rPr>
              <a:t>Technical Implementation</a:t>
            </a:r>
          </a:p>
          <a:p>
            <a:pPr algn="l">
              <a:buNone/>
            </a:pPr>
            <a:r>
              <a:rPr lang="en-US" b="0" i="0" u="none" strike="noStrike" dirty="0">
                <a:effectLst/>
                <a:latin typeface="var(--font-fk-grotesk)"/>
              </a:rPr>
              <a:t>System Setup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Imaging &amp; Environment: Automated SD card images with pre-installed dependencies and setup scripts for reproducibility.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Hardware Configuration: Daisy-chained PWM servos, power isolation (capacitor banks), USB camera integration.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Software Configuration: Systemd services for auto-start, </a:t>
            </a:r>
            <a:r>
              <a:rPr lang="en-US" b="0" i="0" u="none" strike="noStrike" dirty="0" err="1">
                <a:effectLst/>
                <a:latin typeface="fkGroteskNeue"/>
              </a:rPr>
              <a:t>Dockerized</a:t>
            </a:r>
            <a:r>
              <a:rPr lang="en-US" b="0" i="0" u="none" strike="noStrike" dirty="0">
                <a:effectLst/>
                <a:latin typeface="fkGroteskNeue"/>
              </a:rPr>
              <a:t> Conda environments for cross-platform consistency.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Model Training: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Data collection via robotic arm and camera.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Dataset augmentation with Blender/StyleGAN-ADA.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Model training and quantization for edge deployment.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Vision Pipeline: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Stage 1: MobilenetV2 for object detection.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Stage 2: YOLOv4-Tiny for color/note recognition.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Real-time HSV thresholding for color segmentation.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effectLst/>
                <a:latin typeface="fkGroteskNeue"/>
              </a:rPr>
              <a:t>User Interaction: Jupyter notebooks for live experimentation; web UI for remote operation.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3E4DE-7FAE-8247-EAF4-9AE1D3A76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69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E821-5C10-9D4D-D2A7-FCCE7769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1B1C302-46B9-EAAE-60E3-C0614F58236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49060" y="776733"/>
          <a:ext cx="4990143" cy="5272784"/>
        </p:xfrm>
        <a:graphic>
          <a:graphicData uri="http://schemas.openxmlformats.org/drawingml/2006/table">
            <a:tbl>
              <a:tblPr/>
              <a:tblGrid>
                <a:gridCol w="1663381">
                  <a:extLst>
                    <a:ext uri="{9D8B030D-6E8A-4147-A177-3AD203B41FA5}">
                      <a16:colId xmlns:a16="http://schemas.microsoft.com/office/drawing/2014/main" val="60067543"/>
                    </a:ext>
                  </a:extLst>
                </a:gridCol>
                <a:gridCol w="1663381">
                  <a:extLst>
                    <a:ext uri="{9D8B030D-6E8A-4147-A177-3AD203B41FA5}">
                      <a16:colId xmlns:a16="http://schemas.microsoft.com/office/drawing/2014/main" val="2493879742"/>
                    </a:ext>
                  </a:extLst>
                </a:gridCol>
                <a:gridCol w="1663381">
                  <a:extLst>
                    <a:ext uri="{9D8B030D-6E8A-4147-A177-3AD203B41FA5}">
                      <a16:colId xmlns:a16="http://schemas.microsoft.com/office/drawing/2014/main" val="3778796038"/>
                    </a:ext>
                  </a:extLst>
                </a:gridCol>
              </a:tblGrid>
              <a:tr h="258948"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300" b="0">
                          <a:effectLst/>
                        </a:rPr>
                        <a:t>Challenge</a:t>
                      </a:r>
                    </a:p>
                  </a:txBody>
                  <a:tcPr marL="64737" marR="64737" marT="32369" marB="32369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300" b="0">
                          <a:effectLst/>
                        </a:rPr>
                        <a:t>Solution</a:t>
                      </a:r>
                    </a:p>
                  </a:txBody>
                  <a:tcPr marL="64737" marR="64737" marT="32369" marB="32369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300" b="0">
                          <a:effectLst/>
                        </a:rPr>
                        <a:t>Impact</a:t>
                      </a:r>
                    </a:p>
                  </a:txBody>
                  <a:tcPr marL="64737" marR="64737" marT="32369" marB="32369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624133"/>
                  </a:ext>
                </a:extLst>
              </a:tr>
              <a:tr h="6473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Inconsistent Python environments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Dockerized Conda + systemd auto-start scripts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1-click, reliable deployment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50139"/>
                  </a:ext>
                </a:extLst>
              </a:tr>
              <a:tr h="6473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USB camera/servo power brownouts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Isolated power rails, capacitors, active cooling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98% reliability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114136"/>
                  </a:ext>
                </a:extLst>
              </a:tr>
              <a:tr h="6473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Real-time ML on Pi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Hybrid OpenCV/TF Lite pipeline, model quantization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30 FPS color, 8 FPS object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56568"/>
                  </a:ext>
                </a:extLst>
              </a:tr>
              <a:tr h="841581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Data scarcity for training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Automated real/simulated image generation, augmentation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C4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Robust, generalizable models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197473"/>
                  </a:ext>
                </a:extLst>
              </a:tr>
              <a:tr h="453159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Variable lighting/color calibration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 dirty="0">
                          <a:effectLst/>
                        </a:rPr>
                        <a:t>HSV thresholding, manual calibration GUI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Accurate color detection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511"/>
                  </a:ext>
                </a:extLst>
              </a:tr>
              <a:tr h="841581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Latency and resource management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Threaded capture/process, frame skipping, NEON optimization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Real-time performance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91409"/>
                  </a:ext>
                </a:extLst>
              </a:tr>
              <a:tr h="647370"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Persistent service management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>
                          <a:effectLst/>
                        </a:rPr>
                        <a:t>Systemd scripts with hardware checks and watchdogs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sz="1300" dirty="0">
                          <a:effectLst/>
                        </a:rPr>
                        <a:t>High uptime, auto-recovery</a:t>
                      </a:r>
                    </a:p>
                  </a:txBody>
                  <a:tcPr marL="64737" marR="64737" marT="32369" marB="32369" anchor="ctr">
                    <a:lnL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F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660129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D4EA1-4122-7D3D-BF94-983B57CD1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BEBEF0-44D8-EE7C-2988-5EA7ADAAA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fk-grotesk)"/>
              </a:rPr>
              <a:t>Technical Challenges &amp;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95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11BB-33CC-A7AD-88D5-B39CDE5F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var(--font-fk-grotesk)"/>
              </a:rPr>
              <a:t>Model Training &amp; Data Pipeline</a:t>
            </a:r>
            <a:br>
              <a:rPr lang="en-US" b="0" i="0" u="none" strike="noStrike" dirty="0">
                <a:effectLst/>
                <a:latin typeface="var(--font-fk-grotesk)"/>
              </a:rPr>
            </a:b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BE0ADC8-E990-7103-5149-43648F1ED2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5051" y="920377"/>
          <a:ext cx="6158418" cy="498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D9286-D139-1DD4-651C-CEDF6FD53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8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0533-DE90-7527-D4F8-325867E5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var(--font-fk-grotesk)"/>
              </a:rPr>
              <a:t>Applications &amp; Impact</a:t>
            </a:r>
            <a:br>
              <a:rPr lang="en-US" b="0" i="0" u="none" strike="noStrike" dirty="0">
                <a:effectLst/>
                <a:latin typeface="var(--font-fk-grotesk)"/>
              </a:rPr>
            </a:b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51C2E83-C9E6-4256-AFE3-D2D0C70836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855627"/>
              </p:ext>
            </p:extLst>
          </p:nvPr>
        </p:nvGraphicFramePr>
        <p:xfrm>
          <a:off x="765051" y="920377"/>
          <a:ext cx="6158418" cy="498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60713-3ABD-C880-0A51-659177018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2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C5D2-0E85-0E8C-A2F9-F5C1C2D6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var(--font-fk-grotesk)"/>
              </a:rPr>
              <a:t>Market Research &amp; Relevance</a:t>
            </a:r>
            <a:br>
              <a:rPr lang="en-US" b="0" i="0" u="none" strike="noStrike" dirty="0">
                <a:effectLst/>
                <a:latin typeface="var(--font-fk-grotesk)"/>
              </a:rPr>
            </a:b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9F6C322-8BC6-5738-18AF-3F52FCE998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5051" y="920377"/>
          <a:ext cx="6158418" cy="498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85B73-27BA-B511-2581-3DC167815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20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374D-DB14-30F2-0DBC-1699A4BD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var(--font-fk-grotesk)"/>
              </a:rPr>
              <a:t>Future Directions</a:t>
            </a:r>
            <a:br>
              <a:rPr lang="en-US" b="0" i="0" u="none" strike="noStrike" dirty="0">
                <a:effectLst/>
                <a:latin typeface="var(--font-fk-grotesk)"/>
              </a:rPr>
            </a:b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CAABE05-CC31-BF83-5DC9-D68704D555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5051" y="920377"/>
          <a:ext cx="6158418" cy="498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F10C2-4B3E-0341-8B80-994F2EAA3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35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110A-76B9-DE31-8B1A-F06A859F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var(--font-fk-grotesk)"/>
              </a:rPr>
              <a:t>Conclusion</a:t>
            </a:r>
            <a:br>
              <a:rPr lang="en-US" b="0" i="0" u="none" strike="noStrike" dirty="0">
                <a:effectLst/>
                <a:latin typeface="var(--font-fk-grotesk)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A9C9E-2E36-F384-CA77-7BFE12EF4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BF0F7-BB87-E647-A1A9-CAD14E2BF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fkGroteskNeue"/>
              </a:rPr>
              <a:t>SmartVision demonstrates that open-source, affordable hardware can deliver advanced AI-powered vision capabilities for education, industry, and healthcare. Its modular, extensible design and robust technical foundation make it a powerful platform for hands-on learning, research, and real-world problem solving.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00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8B73-DFE1-7F86-901A-ABFE38F5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E27D8D0-A3B6-E78E-EB35-6EAA658AB5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5051" y="920377"/>
          <a:ext cx="6158418" cy="498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DCA34-13B4-DBC8-03C2-29500031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3209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261</TotalTime>
  <Words>1104</Words>
  <Application>Microsoft Macintosh PowerPoint</Application>
  <PresentationFormat>Widescreen</PresentationFormat>
  <Paragraphs>156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fkGroteskNeue</vt:lpstr>
      <vt:lpstr>Gill Sans MT</vt:lpstr>
      <vt:lpstr>Impact</vt:lpstr>
      <vt:lpstr>var(--font-fk-grotesk)</vt:lpstr>
      <vt:lpstr>Badge</vt:lpstr>
      <vt:lpstr>SmartVision:  AI-Powered Robotic Organization System</vt:lpstr>
      <vt:lpstr>INTRODUCTION </vt:lpstr>
      <vt:lpstr>Problem Statement: Students Waste 2.3 Hours/Week Organizing Notes </vt:lpstr>
      <vt:lpstr>Technical Solution</vt:lpstr>
      <vt:lpstr>Project Objectives</vt:lpstr>
      <vt:lpstr>Technical Architecture  </vt:lpstr>
      <vt:lpstr>Technical Architecture-Hardware Stack</vt:lpstr>
      <vt:lpstr>Technical Architecture-Hardware Stack</vt:lpstr>
      <vt:lpstr>PowerPoint Presentation</vt:lpstr>
      <vt:lpstr>Technical Challenges &amp; Solutions </vt:lpstr>
      <vt:lpstr>Model Training &amp; Data Pipeline </vt:lpstr>
      <vt:lpstr>Applications &amp; Impact </vt:lpstr>
      <vt:lpstr>Market Research &amp; Relevance </vt:lpstr>
      <vt:lpstr>Future Directions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Garza-Robledo Miguel A</dc:creator>
  <cp:lastModifiedBy>mikey</cp:lastModifiedBy>
  <cp:revision>5</cp:revision>
  <dcterms:created xsi:type="dcterms:W3CDTF">2025-05-08T22:53:25Z</dcterms:created>
  <dcterms:modified xsi:type="dcterms:W3CDTF">2025-05-11T11:43:48Z</dcterms:modified>
</cp:coreProperties>
</file>