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56"/>
    <p:restoredTop sz="94655"/>
  </p:normalViewPr>
  <p:slideViewPr>
    <p:cSldViewPr snapToGrid="0">
      <p:cViewPr varScale="1">
        <p:scale>
          <a:sx n="48" d="100"/>
          <a:sy n="48" d="100"/>
        </p:scale>
        <p:origin x="208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5/10/25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5/10/25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5/10/25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CE3D7-47DC-7023-6055-A41D17EA29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SmartVision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B150A7-12F5-55DA-2F66-A78370D250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computer vision robot named “</a:t>
            </a:r>
            <a:r>
              <a:rPr lang="en-US" dirty="0" err="1"/>
              <a:t>doffy</a:t>
            </a:r>
            <a:r>
              <a:rPr lang="en-US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7553723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0</TotalTime>
  <Words>9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Gill Sans MT</vt:lpstr>
      <vt:lpstr>Impact</vt:lpstr>
      <vt:lpstr>Badge</vt:lpstr>
      <vt:lpstr>SmartVision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Garza-Robledo Miguel A</dc:creator>
  <cp:lastModifiedBy>Garza-Robledo Miguel A</cp:lastModifiedBy>
  <cp:revision>2</cp:revision>
  <dcterms:created xsi:type="dcterms:W3CDTF">2025-05-08T22:53:25Z</dcterms:created>
  <dcterms:modified xsi:type="dcterms:W3CDTF">2025-05-11T02:41:59Z</dcterms:modified>
</cp:coreProperties>
</file>