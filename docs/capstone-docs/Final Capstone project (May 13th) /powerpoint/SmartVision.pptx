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4"/>
  </p:normalViewPr>
  <p:slideViewPr>
    <p:cSldViewPr snapToGrid="0">
      <p:cViewPr varScale="1">
        <p:scale>
          <a:sx n="94" d="100"/>
          <a:sy n="94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 title="scalloped circle"/>
          <p:cNvSpPr/>
          <p:nvPr/>
        </p:nvSpPr>
        <p:spPr bwMode="auto">
          <a:xfrm>
            <a:off x="3557016" y="630936"/>
            <a:ext cx="5235575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78523" y="1098388"/>
            <a:ext cx="10318418" cy="4394988"/>
          </a:xfrm>
        </p:spPr>
        <p:txBody>
          <a:bodyPr anchor="ctr">
            <a:noAutofit/>
          </a:bodyPr>
          <a:lstStyle>
            <a:lvl1pPr algn="ctr">
              <a:defRPr sz="10000" spc="8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15045" y="5979196"/>
            <a:ext cx="8045373" cy="742279"/>
          </a:xfrm>
        </p:spPr>
        <p:txBody>
          <a:bodyPr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1" i="0" cap="all" spc="400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78523" y="6375679"/>
            <a:ext cx="2329722" cy="348462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9334D819-9F07-4261-B09B-9E467E5D9002}" type="datetimeFigureOut">
              <a:rPr lang="en-US" dirty="0"/>
              <a:pPr/>
              <a:t>5/8/25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80332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067218" y="6375679"/>
            <a:ext cx="2329723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71766878-3199-4EAB-94E7-2D6D11070E14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3" name="Rectangle 12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5/8/25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2929" y="1073888"/>
            <a:ext cx="8187071" cy="4064627"/>
          </a:xfrm>
        </p:spPr>
        <p:txBody>
          <a:bodyPr anchor="b">
            <a:normAutofit/>
          </a:bodyPr>
          <a:lstStyle>
            <a:lvl1pPr>
              <a:defRPr sz="8400" spc="8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42930" y="5159781"/>
            <a:ext cx="7017488" cy="95113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1" i="0" cap="all" spc="4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3236546" y="6375679"/>
            <a:ext cx="1493947" cy="348462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9334D819-9F07-4261-B09B-9E467E5D9002}" type="datetimeFigureOut">
              <a:rPr lang="en-US" dirty="0"/>
              <a:pPr/>
              <a:t>5/8/25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279064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942434" y="6375679"/>
            <a:ext cx="1487566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71766878-3199-4EAB-94E7-2D6D11070E14}" type="slidenum">
              <a:rPr lang="en-US" dirty="0"/>
              <a:pPr/>
              <a:t>‹#›</a:t>
            </a:fld>
            <a:endParaRPr lang="en-US" dirty="0"/>
          </a:p>
        </p:txBody>
      </p:sp>
      <p:grpSp>
        <p:nvGrpSpPr>
          <p:cNvPr id="7" name="Group 6" title="left scallop shape"/>
          <p:cNvGrpSpPr/>
          <p:nvPr/>
        </p:nvGrpSpPr>
        <p:grpSpPr>
          <a:xfrm>
            <a:off x="0" y="0"/>
            <a:ext cx="2814638" cy="6858000"/>
            <a:chOff x="0" y="0"/>
            <a:chExt cx="2814638" cy="6858000"/>
          </a:xfrm>
        </p:grpSpPr>
        <p:sp>
          <p:nvSpPr>
            <p:cNvPr id="11" name="Freeform 6" title="left scallop shape"/>
            <p:cNvSpPr/>
            <p:nvPr/>
          </p:nvSpPr>
          <p:spPr bwMode="auto">
            <a:xfrm>
              <a:off x="0" y="0"/>
              <a:ext cx="2814638" cy="6858000"/>
            </a:xfrm>
            <a:custGeom>
              <a:avLst/>
              <a:gdLst/>
              <a:ahLst/>
              <a:cxnLst/>
              <a:rect l="0" t="0" r="r" b="b"/>
              <a:pathLst>
                <a:path w="1773" h="4320">
                  <a:moveTo>
                    <a:pt x="0" y="0"/>
                  </a:moveTo>
                  <a:lnTo>
                    <a:pt x="891" y="0"/>
                  </a:lnTo>
                  <a:lnTo>
                    <a:pt x="906" y="56"/>
                  </a:lnTo>
                  <a:lnTo>
                    <a:pt x="921" y="111"/>
                  </a:lnTo>
                  <a:lnTo>
                    <a:pt x="938" y="165"/>
                  </a:lnTo>
                  <a:lnTo>
                    <a:pt x="957" y="217"/>
                  </a:lnTo>
                  <a:lnTo>
                    <a:pt x="980" y="266"/>
                  </a:lnTo>
                  <a:lnTo>
                    <a:pt x="1007" y="312"/>
                  </a:lnTo>
                  <a:lnTo>
                    <a:pt x="1036" y="351"/>
                  </a:lnTo>
                  <a:lnTo>
                    <a:pt x="1069" y="387"/>
                  </a:lnTo>
                  <a:lnTo>
                    <a:pt x="1105" y="422"/>
                  </a:lnTo>
                  <a:lnTo>
                    <a:pt x="1145" y="456"/>
                  </a:lnTo>
                  <a:lnTo>
                    <a:pt x="1185" y="487"/>
                  </a:lnTo>
                  <a:lnTo>
                    <a:pt x="1227" y="520"/>
                  </a:lnTo>
                  <a:lnTo>
                    <a:pt x="1270" y="551"/>
                  </a:lnTo>
                  <a:lnTo>
                    <a:pt x="1311" y="584"/>
                  </a:lnTo>
                  <a:lnTo>
                    <a:pt x="1352" y="617"/>
                  </a:lnTo>
                  <a:lnTo>
                    <a:pt x="1390" y="651"/>
                  </a:lnTo>
                  <a:lnTo>
                    <a:pt x="1425" y="687"/>
                  </a:lnTo>
                  <a:lnTo>
                    <a:pt x="1456" y="725"/>
                  </a:lnTo>
                  <a:lnTo>
                    <a:pt x="1484" y="765"/>
                  </a:lnTo>
                  <a:lnTo>
                    <a:pt x="1505" y="808"/>
                  </a:lnTo>
                  <a:lnTo>
                    <a:pt x="1521" y="856"/>
                  </a:lnTo>
                  <a:lnTo>
                    <a:pt x="1530" y="907"/>
                  </a:lnTo>
                  <a:lnTo>
                    <a:pt x="1534" y="960"/>
                  </a:lnTo>
                  <a:lnTo>
                    <a:pt x="1534" y="1013"/>
                  </a:lnTo>
                  <a:lnTo>
                    <a:pt x="1530" y="1068"/>
                  </a:lnTo>
                  <a:lnTo>
                    <a:pt x="1523" y="1125"/>
                  </a:lnTo>
                  <a:lnTo>
                    <a:pt x="1515" y="1181"/>
                  </a:lnTo>
                  <a:lnTo>
                    <a:pt x="1508" y="1237"/>
                  </a:lnTo>
                  <a:lnTo>
                    <a:pt x="1501" y="1293"/>
                  </a:lnTo>
                  <a:lnTo>
                    <a:pt x="1496" y="1350"/>
                  </a:lnTo>
                  <a:lnTo>
                    <a:pt x="1494" y="1405"/>
                  </a:lnTo>
                  <a:lnTo>
                    <a:pt x="1497" y="1458"/>
                  </a:lnTo>
                  <a:lnTo>
                    <a:pt x="1504" y="1511"/>
                  </a:lnTo>
                  <a:lnTo>
                    <a:pt x="1517" y="1560"/>
                  </a:lnTo>
                  <a:lnTo>
                    <a:pt x="1535" y="1610"/>
                  </a:lnTo>
                  <a:lnTo>
                    <a:pt x="1557" y="1659"/>
                  </a:lnTo>
                  <a:lnTo>
                    <a:pt x="1583" y="1708"/>
                  </a:lnTo>
                  <a:lnTo>
                    <a:pt x="1611" y="1757"/>
                  </a:lnTo>
                  <a:lnTo>
                    <a:pt x="1640" y="1807"/>
                  </a:lnTo>
                  <a:lnTo>
                    <a:pt x="1669" y="1855"/>
                  </a:lnTo>
                  <a:lnTo>
                    <a:pt x="1696" y="1905"/>
                  </a:lnTo>
                  <a:lnTo>
                    <a:pt x="1721" y="1954"/>
                  </a:lnTo>
                  <a:lnTo>
                    <a:pt x="1742" y="2006"/>
                  </a:lnTo>
                  <a:lnTo>
                    <a:pt x="1759" y="2057"/>
                  </a:lnTo>
                  <a:lnTo>
                    <a:pt x="1769" y="2108"/>
                  </a:lnTo>
                  <a:lnTo>
                    <a:pt x="1773" y="2160"/>
                  </a:lnTo>
                  <a:lnTo>
                    <a:pt x="1769" y="2212"/>
                  </a:lnTo>
                  <a:lnTo>
                    <a:pt x="1759" y="2263"/>
                  </a:lnTo>
                  <a:lnTo>
                    <a:pt x="1742" y="2314"/>
                  </a:lnTo>
                  <a:lnTo>
                    <a:pt x="1721" y="2366"/>
                  </a:lnTo>
                  <a:lnTo>
                    <a:pt x="1696" y="2415"/>
                  </a:lnTo>
                  <a:lnTo>
                    <a:pt x="1669" y="2465"/>
                  </a:lnTo>
                  <a:lnTo>
                    <a:pt x="1640" y="2513"/>
                  </a:lnTo>
                  <a:lnTo>
                    <a:pt x="1611" y="2563"/>
                  </a:lnTo>
                  <a:lnTo>
                    <a:pt x="1583" y="2612"/>
                  </a:lnTo>
                  <a:lnTo>
                    <a:pt x="1557" y="2661"/>
                  </a:lnTo>
                  <a:lnTo>
                    <a:pt x="1535" y="2710"/>
                  </a:lnTo>
                  <a:lnTo>
                    <a:pt x="1517" y="2760"/>
                  </a:lnTo>
                  <a:lnTo>
                    <a:pt x="1504" y="2809"/>
                  </a:lnTo>
                  <a:lnTo>
                    <a:pt x="1497" y="2862"/>
                  </a:lnTo>
                  <a:lnTo>
                    <a:pt x="1494" y="2915"/>
                  </a:lnTo>
                  <a:lnTo>
                    <a:pt x="1496" y="2970"/>
                  </a:lnTo>
                  <a:lnTo>
                    <a:pt x="1501" y="3027"/>
                  </a:lnTo>
                  <a:lnTo>
                    <a:pt x="1508" y="3083"/>
                  </a:lnTo>
                  <a:lnTo>
                    <a:pt x="1515" y="3139"/>
                  </a:lnTo>
                  <a:lnTo>
                    <a:pt x="1523" y="3195"/>
                  </a:lnTo>
                  <a:lnTo>
                    <a:pt x="1530" y="3252"/>
                  </a:lnTo>
                  <a:lnTo>
                    <a:pt x="1534" y="3307"/>
                  </a:lnTo>
                  <a:lnTo>
                    <a:pt x="1534" y="3360"/>
                  </a:lnTo>
                  <a:lnTo>
                    <a:pt x="1530" y="3413"/>
                  </a:lnTo>
                  <a:lnTo>
                    <a:pt x="1521" y="3464"/>
                  </a:lnTo>
                  <a:lnTo>
                    <a:pt x="1505" y="3512"/>
                  </a:lnTo>
                  <a:lnTo>
                    <a:pt x="1484" y="3555"/>
                  </a:lnTo>
                  <a:lnTo>
                    <a:pt x="1456" y="3595"/>
                  </a:lnTo>
                  <a:lnTo>
                    <a:pt x="1425" y="3633"/>
                  </a:lnTo>
                  <a:lnTo>
                    <a:pt x="1390" y="3669"/>
                  </a:lnTo>
                  <a:lnTo>
                    <a:pt x="1352" y="3703"/>
                  </a:lnTo>
                  <a:lnTo>
                    <a:pt x="1311" y="3736"/>
                  </a:lnTo>
                  <a:lnTo>
                    <a:pt x="1270" y="3769"/>
                  </a:lnTo>
                  <a:lnTo>
                    <a:pt x="1227" y="3800"/>
                  </a:lnTo>
                  <a:lnTo>
                    <a:pt x="1185" y="3833"/>
                  </a:lnTo>
                  <a:lnTo>
                    <a:pt x="1145" y="3864"/>
                  </a:lnTo>
                  <a:lnTo>
                    <a:pt x="1105" y="3898"/>
                  </a:lnTo>
                  <a:lnTo>
                    <a:pt x="1069" y="3933"/>
                  </a:lnTo>
                  <a:lnTo>
                    <a:pt x="1036" y="3969"/>
                  </a:lnTo>
                  <a:lnTo>
                    <a:pt x="1007" y="4008"/>
                  </a:lnTo>
                  <a:lnTo>
                    <a:pt x="980" y="4054"/>
                  </a:lnTo>
                  <a:lnTo>
                    <a:pt x="957" y="4103"/>
                  </a:lnTo>
                  <a:lnTo>
                    <a:pt x="938" y="4155"/>
                  </a:lnTo>
                  <a:lnTo>
                    <a:pt x="921" y="4209"/>
                  </a:lnTo>
                  <a:lnTo>
                    <a:pt x="906" y="4264"/>
                  </a:lnTo>
                  <a:lnTo>
                    <a:pt x="891" y="4320"/>
                  </a:lnTo>
                  <a:lnTo>
                    <a:pt x="0" y="43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6" name="Freeform 11" title="left scallop inline"/>
            <p:cNvSpPr/>
            <p:nvPr/>
          </p:nvSpPr>
          <p:spPr bwMode="auto">
            <a:xfrm>
              <a:off x="874382" y="0"/>
              <a:ext cx="1646238" cy="6858000"/>
            </a:xfrm>
            <a:custGeom>
              <a:avLst/>
              <a:gdLst/>
              <a:ahLst/>
              <a:cxnLst/>
              <a:rect l="0" t="0" r="r" b="b"/>
              <a:pathLst>
                <a:path w="1037" h="4320">
                  <a:moveTo>
                    <a:pt x="0" y="0"/>
                  </a:moveTo>
                  <a:lnTo>
                    <a:pt x="171" y="0"/>
                  </a:lnTo>
                  <a:lnTo>
                    <a:pt x="188" y="55"/>
                  </a:lnTo>
                  <a:lnTo>
                    <a:pt x="204" y="110"/>
                  </a:lnTo>
                  <a:lnTo>
                    <a:pt x="220" y="166"/>
                  </a:lnTo>
                  <a:lnTo>
                    <a:pt x="234" y="223"/>
                  </a:lnTo>
                  <a:lnTo>
                    <a:pt x="251" y="278"/>
                  </a:lnTo>
                  <a:lnTo>
                    <a:pt x="269" y="331"/>
                  </a:lnTo>
                  <a:lnTo>
                    <a:pt x="292" y="381"/>
                  </a:lnTo>
                  <a:lnTo>
                    <a:pt x="319" y="427"/>
                  </a:lnTo>
                  <a:lnTo>
                    <a:pt x="349" y="466"/>
                  </a:lnTo>
                  <a:lnTo>
                    <a:pt x="382" y="503"/>
                  </a:lnTo>
                  <a:lnTo>
                    <a:pt x="420" y="537"/>
                  </a:lnTo>
                  <a:lnTo>
                    <a:pt x="460" y="571"/>
                  </a:lnTo>
                  <a:lnTo>
                    <a:pt x="502" y="603"/>
                  </a:lnTo>
                  <a:lnTo>
                    <a:pt x="544" y="635"/>
                  </a:lnTo>
                  <a:lnTo>
                    <a:pt x="587" y="668"/>
                  </a:lnTo>
                  <a:lnTo>
                    <a:pt x="628" y="700"/>
                  </a:lnTo>
                  <a:lnTo>
                    <a:pt x="667" y="734"/>
                  </a:lnTo>
                  <a:lnTo>
                    <a:pt x="703" y="771"/>
                  </a:lnTo>
                  <a:lnTo>
                    <a:pt x="736" y="808"/>
                  </a:lnTo>
                  <a:lnTo>
                    <a:pt x="763" y="848"/>
                  </a:lnTo>
                  <a:lnTo>
                    <a:pt x="786" y="893"/>
                  </a:lnTo>
                  <a:lnTo>
                    <a:pt x="800" y="937"/>
                  </a:lnTo>
                  <a:lnTo>
                    <a:pt x="809" y="986"/>
                  </a:lnTo>
                  <a:lnTo>
                    <a:pt x="813" y="1034"/>
                  </a:lnTo>
                  <a:lnTo>
                    <a:pt x="812" y="1085"/>
                  </a:lnTo>
                  <a:lnTo>
                    <a:pt x="808" y="1136"/>
                  </a:lnTo>
                  <a:lnTo>
                    <a:pt x="803" y="1189"/>
                  </a:lnTo>
                  <a:lnTo>
                    <a:pt x="796" y="1242"/>
                  </a:lnTo>
                  <a:lnTo>
                    <a:pt x="788" y="1295"/>
                  </a:lnTo>
                  <a:lnTo>
                    <a:pt x="782" y="1348"/>
                  </a:lnTo>
                  <a:lnTo>
                    <a:pt x="778" y="1401"/>
                  </a:lnTo>
                  <a:lnTo>
                    <a:pt x="775" y="1452"/>
                  </a:lnTo>
                  <a:lnTo>
                    <a:pt x="778" y="1502"/>
                  </a:lnTo>
                  <a:lnTo>
                    <a:pt x="784" y="1551"/>
                  </a:lnTo>
                  <a:lnTo>
                    <a:pt x="797" y="1602"/>
                  </a:lnTo>
                  <a:lnTo>
                    <a:pt x="817" y="1652"/>
                  </a:lnTo>
                  <a:lnTo>
                    <a:pt x="841" y="1702"/>
                  </a:lnTo>
                  <a:lnTo>
                    <a:pt x="868" y="1752"/>
                  </a:lnTo>
                  <a:lnTo>
                    <a:pt x="896" y="1801"/>
                  </a:lnTo>
                  <a:lnTo>
                    <a:pt x="926" y="1851"/>
                  </a:lnTo>
                  <a:lnTo>
                    <a:pt x="953" y="1901"/>
                  </a:lnTo>
                  <a:lnTo>
                    <a:pt x="980" y="1952"/>
                  </a:lnTo>
                  <a:lnTo>
                    <a:pt x="1003" y="2003"/>
                  </a:lnTo>
                  <a:lnTo>
                    <a:pt x="1021" y="2054"/>
                  </a:lnTo>
                  <a:lnTo>
                    <a:pt x="1031" y="2106"/>
                  </a:lnTo>
                  <a:lnTo>
                    <a:pt x="1037" y="2160"/>
                  </a:lnTo>
                  <a:lnTo>
                    <a:pt x="1031" y="2214"/>
                  </a:lnTo>
                  <a:lnTo>
                    <a:pt x="1021" y="2266"/>
                  </a:lnTo>
                  <a:lnTo>
                    <a:pt x="1003" y="2317"/>
                  </a:lnTo>
                  <a:lnTo>
                    <a:pt x="980" y="2368"/>
                  </a:lnTo>
                  <a:lnTo>
                    <a:pt x="953" y="2419"/>
                  </a:lnTo>
                  <a:lnTo>
                    <a:pt x="926" y="2469"/>
                  </a:lnTo>
                  <a:lnTo>
                    <a:pt x="896" y="2519"/>
                  </a:lnTo>
                  <a:lnTo>
                    <a:pt x="868" y="2568"/>
                  </a:lnTo>
                  <a:lnTo>
                    <a:pt x="841" y="2618"/>
                  </a:lnTo>
                  <a:lnTo>
                    <a:pt x="817" y="2668"/>
                  </a:lnTo>
                  <a:lnTo>
                    <a:pt x="797" y="2718"/>
                  </a:lnTo>
                  <a:lnTo>
                    <a:pt x="784" y="2769"/>
                  </a:lnTo>
                  <a:lnTo>
                    <a:pt x="778" y="2818"/>
                  </a:lnTo>
                  <a:lnTo>
                    <a:pt x="775" y="2868"/>
                  </a:lnTo>
                  <a:lnTo>
                    <a:pt x="778" y="2919"/>
                  </a:lnTo>
                  <a:lnTo>
                    <a:pt x="782" y="2972"/>
                  </a:lnTo>
                  <a:lnTo>
                    <a:pt x="788" y="3025"/>
                  </a:lnTo>
                  <a:lnTo>
                    <a:pt x="796" y="3078"/>
                  </a:lnTo>
                  <a:lnTo>
                    <a:pt x="803" y="3131"/>
                  </a:lnTo>
                  <a:lnTo>
                    <a:pt x="808" y="3184"/>
                  </a:lnTo>
                  <a:lnTo>
                    <a:pt x="812" y="3235"/>
                  </a:lnTo>
                  <a:lnTo>
                    <a:pt x="813" y="3286"/>
                  </a:lnTo>
                  <a:lnTo>
                    <a:pt x="809" y="3334"/>
                  </a:lnTo>
                  <a:lnTo>
                    <a:pt x="800" y="3383"/>
                  </a:lnTo>
                  <a:lnTo>
                    <a:pt x="786" y="3427"/>
                  </a:lnTo>
                  <a:lnTo>
                    <a:pt x="763" y="3472"/>
                  </a:lnTo>
                  <a:lnTo>
                    <a:pt x="736" y="3512"/>
                  </a:lnTo>
                  <a:lnTo>
                    <a:pt x="703" y="3549"/>
                  </a:lnTo>
                  <a:lnTo>
                    <a:pt x="667" y="3586"/>
                  </a:lnTo>
                  <a:lnTo>
                    <a:pt x="628" y="3620"/>
                  </a:lnTo>
                  <a:lnTo>
                    <a:pt x="587" y="3652"/>
                  </a:lnTo>
                  <a:lnTo>
                    <a:pt x="544" y="3685"/>
                  </a:lnTo>
                  <a:lnTo>
                    <a:pt x="502" y="3717"/>
                  </a:lnTo>
                  <a:lnTo>
                    <a:pt x="460" y="3749"/>
                  </a:lnTo>
                  <a:lnTo>
                    <a:pt x="420" y="3783"/>
                  </a:lnTo>
                  <a:lnTo>
                    <a:pt x="382" y="3817"/>
                  </a:lnTo>
                  <a:lnTo>
                    <a:pt x="349" y="3854"/>
                  </a:lnTo>
                  <a:lnTo>
                    <a:pt x="319" y="3893"/>
                  </a:lnTo>
                  <a:lnTo>
                    <a:pt x="292" y="3939"/>
                  </a:lnTo>
                  <a:lnTo>
                    <a:pt x="269" y="3989"/>
                  </a:lnTo>
                  <a:lnTo>
                    <a:pt x="251" y="4042"/>
                  </a:lnTo>
                  <a:lnTo>
                    <a:pt x="234" y="4097"/>
                  </a:lnTo>
                  <a:lnTo>
                    <a:pt x="220" y="4154"/>
                  </a:lnTo>
                  <a:lnTo>
                    <a:pt x="204" y="4210"/>
                  </a:lnTo>
                  <a:lnTo>
                    <a:pt x="188" y="4265"/>
                  </a:lnTo>
                  <a:lnTo>
                    <a:pt x="171" y="4320"/>
                  </a:lnTo>
                  <a:lnTo>
                    <a:pt x="0" y="4320"/>
                  </a:lnTo>
                  <a:lnTo>
                    <a:pt x="17" y="4278"/>
                  </a:lnTo>
                  <a:lnTo>
                    <a:pt x="33" y="4232"/>
                  </a:lnTo>
                  <a:lnTo>
                    <a:pt x="46" y="4183"/>
                  </a:lnTo>
                  <a:lnTo>
                    <a:pt x="60" y="4131"/>
                  </a:lnTo>
                  <a:lnTo>
                    <a:pt x="75" y="4075"/>
                  </a:lnTo>
                  <a:lnTo>
                    <a:pt x="90" y="4019"/>
                  </a:lnTo>
                  <a:lnTo>
                    <a:pt x="109" y="3964"/>
                  </a:lnTo>
                  <a:lnTo>
                    <a:pt x="129" y="3909"/>
                  </a:lnTo>
                  <a:lnTo>
                    <a:pt x="156" y="3855"/>
                  </a:lnTo>
                  <a:lnTo>
                    <a:pt x="186" y="3804"/>
                  </a:lnTo>
                  <a:lnTo>
                    <a:pt x="222" y="3756"/>
                  </a:lnTo>
                  <a:lnTo>
                    <a:pt x="261" y="3713"/>
                  </a:lnTo>
                  <a:lnTo>
                    <a:pt x="303" y="3672"/>
                  </a:lnTo>
                  <a:lnTo>
                    <a:pt x="348" y="3634"/>
                  </a:lnTo>
                  <a:lnTo>
                    <a:pt x="392" y="3599"/>
                  </a:lnTo>
                  <a:lnTo>
                    <a:pt x="438" y="3565"/>
                  </a:lnTo>
                  <a:lnTo>
                    <a:pt x="482" y="3531"/>
                  </a:lnTo>
                  <a:lnTo>
                    <a:pt x="523" y="3499"/>
                  </a:lnTo>
                  <a:lnTo>
                    <a:pt x="561" y="3466"/>
                  </a:lnTo>
                  <a:lnTo>
                    <a:pt x="594" y="3434"/>
                  </a:lnTo>
                  <a:lnTo>
                    <a:pt x="620" y="3400"/>
                  </a:lnTo>
                  <a:lnTo>
                    <a:pt x="638" y="3367"/>
                  </a:lnTo>
                  <a:lnTo>
                    <a:pt x="647" y="3336"/>
                  </a:lnTo>
                  <a:lnTo>
                    <a:pt x="652" y="3302"/>
                  </a:lnTo>
                  <a:lnTo>
                    <a:pt x="654" y="3265"/>
                  </a:lnTo>
                  <a:lnTo>
                    <a:pt x="651" y="3224"/>
                  </a:lnTo>
                  <a:lnTo>
                    <a:pt x="647" y="3181"/>
                  </a:lnTo>
                  <a:lnTo>
                    <a:pt x="642" y="3137"/>
                  </a:lnTo>
                  <a:lnTo>
                    <a:pt x="637" y="3091"/>
                  </a:lnTo>
                  <a:lnTo>
                    <a:pt x="626" y="3021"/>
                  </a:lnTo>
                  <a:lnTo>
                    <a:pt x="620" y="2952"/>
                  </a:lnTo>
                  <a:lnTo>
                    <a:pt x="616" y="2881"/>
                  </a:lnTo>
                  <a:lnTo>
                    <a:pt x="618" y="2809"/>
                  </a:lnTo>
                  <a:lnTo>
                    <a:pt x="628" y="2737"/>
                  </a:lnTo>
                  <a:lnTo>
                    <a:pt x="642" y="2681"/>
                  </a:lnTo>
                  <a:lnTo>
                    <a:pt x="661" y="2626"/>
                  </a:lnTo>
                  <a:lnTo>
                    <a:pt x="685" y="2574"/>
                  </a:lnTo>
                  <a:lnTo>
                    <a:pt x="711" y="2521"/>
                  </a:lnTo>
                  <a:lnTo>
                    <a:pt x="739" y="2472"/>
                  </a:lnTo>
                  <a:lnTo>
                    <a:pt x="767" y="2423"/>
                  </a:lnTo>
                  <a:lnTo>
                    <a:pt x="791" y="2381"/>
                  </a:lnTo>
                  <a:lnTo>
                    <a:pt x="813" y="2342"/>
                  </a:lnTo>
                  <a:lnTo>
                    <a:pt x="834" y="2303"/>
                  </a:lnTo>
                  <a:lnTo>
                    <a:pt x="851" y="2265"/>
                  </a:lnTo>
                  <a:lnTo>
                    <a:pt x="864" y="2228"/>
                  </a:lnTo>
                  <a:lnTo>
                    <a:pt x="873" y="2194"/>
                  </a:lnTo>
                  <a:lnTo>
                    <a:pt x="876" y="2160"/>
                  </a:lnTo>
                  <a:lnTo>
                    <a:pt x="873" y="2126"/>
                  </a:lnTo>
                  <a:lnTo>
                    <a:pt x="864" y="2092"/>
                  </a:lnTo>
                  <a:lnTo>
                    <a:pt x="851" y="2055"/>
                  </a:lnTo>
                  <a:lnTo>
                    <a:pt x="834" y="2017"/>
                  </a:lnTo>
                  <a:lnTo>
                    <a:pt x="813" y="1978"/>
                  </a:lnTo>
                  <a:lnTo>
                    <a:pt x="791" y="1939"/>
                  </a:lnTo>
                  <a:lnTo>
                    <a:pt x="767" y="1897"/>
                  </a:lnTo>
                  <a:lnTo>
                    <a:pt x="739" y="1848"/>
                  </a:lnTo>
                  <a:lnTo>
                    <a:pt x="711" y="1799"/>
                  </a:lnTo>
                  <a:lnTo>
                    <a:pt x="685" y="1746"/>
                  </a:lnTo>
                  <a:lnTo>
                    <a:pt x="661" y="1694"/>
                  </a:lnTo>
                  <a:lnTo>
                    <a:pt x="642" y="1639"/>
                  </a:lnTo>
                  <a:lnTo>
                    <a:pt x="628" y="1583"/>
                  </a:lnTo>
                  <a:lnTo>
                    <a:pt x="618" y="1511"/>
                  </a:lnTo>
                  <a:lnTo>
                    <a:pt x="616" y="1439"/>
                  </a:lnTo>
                  <a:lnTo>
                    <a:pt x="620" y="1368"/>
                  </a:lnTo>
                  <a:lnTo>
                    <a:pt x="626" y="1299"/>
                  </a:lnTo>
                  <a:lnTo>
                    <a:pt x="637" y="1229"/>
                  </a:lnTo>
                  <a:lnTo>
                    <a:pt x="642" y="1183"/>
                  </a:lnTo>
                  <a:lnTo>
                    <a:pt x="647" y="1139"/>
                  </a:lnTo>
                  <a:lnTo>
                    <a:pt x="651" y="1096"/>
                  </a:lnTo>
                  <a:lnTo>
                    <a:pt x="654" y="1055"/>
                  </a:lnTo>
                  <a:lnTo>
                    <a:pt x="652" y="1018"/>
                  </a:lnTo>
                  <a:lnTo>
                    <a:pt x="647" y="984"/>
                  </a:lnTo>
                  <a:lnTo>
                    <a:pt x="638" y="953"/>
                  </a:lnTo>
                  <a:lnTo>
                    <a:pt x="620" y="920"/>
                  </a:lnTo>
                  <a:lnTo>
                    <a:pt x="594" y="886"/>
                  </a:lnTo>
                  <a:lnTo>
                    <a:pt x="561" y="854"/>
                  </a:lnTo>
                  <a:lnTo>
                    <a:pt x="523" y="822"/>
                  </a:lnTo>
                  <a:lnTo>
                    <a:pt x="482" y="789"/>
                  </a:lnTo>
                  <a:lnTo>
                    <a:pt x="438" y="755"/>
                  </a:lnTo>
                  <a:lnTo>
                    <a:pt x="392" y="721"/>
                  </a:lnTo>
                  <a:lnTo>
                    <a:pt x="348" y="686"/>
                  </a:lnTo>
                  <a:lnTo>
                    <a:pt x="303" y="648"/>
                  </a:lnTo>
                  <a:lnTo>
                    <a:pt x="261" y="607"/>
                  </a:lnTo>
                  <a:lnTo>
                    <a:pt x="222" y="564"/>
                  </a:lnTo>
                  <a:lnTo>
                    <a:pt x="186" y="516"/>
                  </a:lnTo>
                  <a:lnTo>
                    <a:pt x="156" y="465"/>
                  </a:lnTo>
                  <a:lnTo>
                    <a:pt x="129" y="411"/>
                  </a:lnTo>
                  <a:lnTo>
                    <a:pt x="109" y="356"/>
                  </a:lnTo>
                  <a:lnTo>
                    <a:pt x="90" y="301"/>
                  </a:lnTo>
                  <a:lnTo>
                    <a:pt x="75" y="245"/>
                  </a:lnTo>
                  <a:lnTo>
                    <a:pt x="60" y="189"/>
                  </a:lnTo>
                  <a:lnTo>
                    <a:pt x="46" y="137"/>
                  </a:lnTo>
                  <a:lnTo>
                    <a:pt x="33" y="88"/>
                  </a:lnTo>
                  <a:lnTo>
                    <a:pt x="17" y="42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286000"/>
            <a:ext cx="4800600" cy="36195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47796" y="2286000"/>
            <a:ext cx="4800600" cy="36195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5/8/25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2728" y="381000"/>
            <a:ext cx="10172700" cy="14935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7300" y="2909102"/>
            <a:ext cx="4800600" cy="299639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33864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33864" y="2909102"/>
            <a:ext cx="4800600" cy="299639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5/8/25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5/8/25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5/8/25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4" y="457199"/>
            <a:ext cx="3092115" cy="1196671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cap="all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051" y="920377"/>
            <a:ext cx="6158418" cy="498512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5" y="1741336"/>
            <a:ext cx="3092115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051" y="6375679"/>
            <a:ext cx="1233355" cy="348462"/>
          </a:xfrm>
        </p:spPr>
        <p:txBody>
          <a:bodyPr/>
          <a:lstStyle/>
          <a:p>
            <a:fld id="{9334D819-9F07-4261-B09B-9E467E5D9002}" type="datetimeFigureOut">
              <a:rPr lang="en-US" dirty="0"/>
              <a:t>5/8/25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0" y="6375679"/>
            <a:ext cx="3482179" cy="34579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91014" y="6375679"/>
            <a:ext cx="1232456" cy="345796"/>
          </a:xfrm>
        </p:spPr>
        <p:txBody>
          <a:bodyPr/>
          <a:lstStyle/>
          <a:p>
            <a:fld id="{71766878-3199-4EAB-94E7-2D6D11070E14}" type="slidenum">
              <a:rPr lang="en-US" dirty="0"/>
              <a:t>‹#›</a:t>
            </a:fld>
            <a:endParaRPr lang="en-US" dirty="0"/>
          </a:p>
        </p:txBody>
      </p:sp>
      <p:sp>
        <p:nvSpPr>
          <p:cNvPr id="8" name="Rectangle 7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83464" y="0"/>
            <a:ext cx="7355585" cy="685799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1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3" y="457200"/>
            <a:ext cx="3092117" cy="1196670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3" y="1741336"/>
            <a:ext cx="3092117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950" y="6375679"/>
            <a:ext cx="1232456" cy="348462"/>
          </a:xfrm>
        </p:spPr>
        <p:txBody>
          <a:bodyPr/>
          <a:lstStyle/>
          <a:p>
            <a:fld id="{9334D819-9F07-4261-B09B-9E467E5D9002}" type="datetimeFigureOut">
              <a:rPr lang="en-US" dirty="0"/>
              <a:t>5/8/25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1" y="6375679"/>
            <a:ext cx="3482178" cy="34579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87568" y="6375679"/>
            <a:ext cx="1234440" cy="345796"/>
          </a:xfrm>
        </p:spPr>
        <p:txBody>
          <a:bodyPr/>
          <a:lstStyle/>
          <a:p>
            <a:fld id="{71766878-3199-4EAB-94E7-2D6D11070E1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5/8/25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066321" y="382386"/>
            <a:ext cx="1492132" cy="560040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382385"/>
            <a:ext cx="8392585" cy="560040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4D819-9F07-4261-B09B-9E467E5D9002}" type="datetimeFigureOut">
              <a:rPr lang="en-US" dirty="0"/>
              <a:t>5/8/25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1678" y="382385"/>
            <a:ext cx="10178322" cy="149213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286001"/>
            <a:ext cx="10178322" cy="3593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1678" y="6375679"/>
            <a:ext cx="2329722" cy="3484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9334D819-9F07-4261-B09B-9E467E5D9002}" type="datetimeFigureOut">
              <a:rPr lang="en-US" dirty="0"/>
              <a:pPr/>
              <a:t>5/8/25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75679"/>
            <a:ext cx="4114800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1" y="6375679"/>
            <a:ext cx="2819399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71766878-3199-4EAB-94E7-2D6D11070E14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1" name="Freeform 6" title="Left scallop edge"/>
          <p:cNvSpPr/>
          <p:nvPr/>
        </p:nvSpPr>
        <p:spPr bwMode="auto">
          <a:xfrm>
            <a:off x="0" y="0"/>
            <a:ext cx="885825" cy="68580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right edge border"/>
          <p:cNvSpPr/>
          <p:nvPr/>
        </p:nvSpPr>
        <p:spPr>
          <a:xfrm>
            <a:off x="11908536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100" kern="1200" cap="all" spc="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92">
          <p15:clr>
            <a:srgbClr val="F26B43"/>
          </p15:clr>
        </p15:guide>
        <p15:guide id="2" pos="7200">
          <p15:clr>
            <a:srgbClr val="F26B43"/>
          </p15:clr>
        </p15:guide>
        <p15:guide id="3" orient="horz" pos="4008">
          <p15:clr>
            <a:srgbClr val="F26B43"/>
          </p15:clr>
        </p15:guide>
        <p15:guide id="4" orient="horz" pos="1440">
          <p15:clr>
            <a:srgbClr val="F26B43"/>
          </p15:clr>
        </p15:guide>
        <p15:guide id="5" orient="horz" pos="3720">
          <p15:clr>
            <a:srgbClr val="F26B43"/>
          </p15:clr>
        </p15:guide>
        <p15:guide id="6" orient="horz" pos="2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CE3D7-47DC-7023-6055-A41D17EA298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B150A7-12F5-55DA-2F66-A78370D2502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7553723"/>
      </p:ext>
    </p:extLst>
  </p:cSld>
  <p:clrMapOvr>
    <a:masterClrMapping/>
  </p:clrMapOvr>
</p:sld>
</file>

<file path=ppt/theme/theme1.xml><?xml version="1.0" encoding="utf-8"?>
<a:theme xmlns:a="http://schemas.openxmlformats.org/drawingml/2006/main" name="Badge">
  <a:themeElements>
    <a:clrScheme name="Badge">
      <a:dk1>
        <a:sysClr val="windowText" lastClr="000000"/>
      </a:dk1>
      <a:lt1>
        <a:sysClr val="window" lastClr="FFFFFF"/>
      </a:lt1>
      <a:dk2>
        <a:srgbClr val="2A1A00"/>
      </a:dk2>
      <a:lt2>
        <a:srgbClr val="F3F3F2"/>
      </a:lt2>
      <a:accent1>
        <a:srgbClr val="F8B323"/>
      </a:accent1>
      <a:accent2>
        <a:srgbClr val="656A59"/>
      </a:accent2>
      <a:accent3>
        <a:srgbClr val="46B2B5"/>
      </a:accent3>
      <a:accent4>
        <a:srgbClr val="8CAA7E"/>
      </a:accent4>
      <a:accent5>
        <a:srgbClr val="D36F68"/>
      </a:accent5>
      <a:accent6>
        <a:srgbClr val="826276"/>
      </a:accent6>
      <a:hlink>
        <a:srgbClr val="46B2B5"/>
      </a:hlink>
      <a:folHlink>
        <a:srgbClr val="A46694"/>
      </a:folHlink>
    </a:clrScheme>
    <a:fontScheme name="Badge">
      <a:majorFont>
        <a:latin typeface="Impact" panose="020B080603090205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メイリオ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Badg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5080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algn="ct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dge" id="{71A07785-5930-41D4-9A83-E23602B48E98}" vid="{771EA782-DFA6-45B1-AEA3-661F1715B31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Badge</Template>
  <TotalTime>0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Gill Sans MT</vt:lpstr>
      <vt:lpstr>Impact</vt:lpstr>
      <vt:lpstr>Badge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Garza-Robledo Miguel A</dc:creator>
  <cp:lastModifiedBy>Garza-Robledo Miguel A</cp:lastModifiedBy>
  <cp:revision>1</cp:revision>
  <dcterms:created xsi:type="dcterms:W3CDTF">2025-05-08T22:53:25Z</dcterms:created>
  <dcterms:modified xsi:type="dcterms:W3CDTF">2025-05-08T22:54:15Z</dcterms:modified>
</cp:coreProperties>
</file>