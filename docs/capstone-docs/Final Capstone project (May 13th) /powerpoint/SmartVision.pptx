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3419"/>
    <p:restoredTop sz="94649"/>
  </p:normalViewPr>
  <p:slideViewPr>
    <p:cSldViewPr snapToGrid="0">
      <p:cViewPr>
        <p:scale>
          <a:sx n="90" d="100"/>
          <a:sy n="90" d="100"/>
        </p:scale>
        <p:origin x="144" y="2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E3D7-47DC-7023-6055-A41D17EA2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150A7-12F5-55DA-2F66-A78370D250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computer vision robot named “</a:t>
            </a:r>
            <a:r>
              <a:rPr lang="en-US" dirty="0" err="1"/>
              <a:t>doffy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55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2877-B96D-470B-9F04-46B5415D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3DFE-54A5-267F-DC35-AA341543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3E8CC-BEB2-F314-88BC-928886269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7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C734-2B1C-68A3-99B6-EE0AC933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A893-1A7B-DBC4-AC1C-53D1A1BBE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u="none" strike="noStrike" dirty="0">
                <a:effectLst/>
                <a:latin typeface="fkGroteskNeue"/>
              </a:rPr>
              <a:t>SmartVision is an open-source, modular robotic vision system built on the Raspberry Pi platform, integrating a robotic arm and modern computer vision/machine learning frameworks. The project’s goal is to bridge the gap between theory and hands-on learning in computer vision, providing a practical, affordable, and extensible platform for students, educators, and makers.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4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D490-EE6E-5790-B08E-4B0D9EA8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A2A4F-49BA-0FE4-5310-DDDE9B4FE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8536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234</TotalTime>
  <Words>76</Words>
  <Application>Microsoft Macintosh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fkGroteskNeue</vt:lpstr>
      <vt:lpstr>Gill Sans MT</vt:lpstr>
      <vt:lpstr>Impact</vt:lpstr>
      <vt:lpstr>Badge</vt:lpstr>
      <vt:lpstr>SmartVision</vt:lpstr>
      <vt:lpstr>INTRODUCTION </vt:lpstr>
      <vt:lpstr>Introduction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Garza-Robledo Miguel A</dc:creator>
  <cp:lastModifiedBy>mikey</cp:lastModifiedBy>
  <cp:revision>4</cp:revision>
  <dcterms:created xsi:type="dcterms:W3CDTF">2025-05-08T22:53:25Z</dcterms:created>
  <dcterms:modified xsi:type="dcterms:W3CDTF">2025-05-11T06:35:57Z</dcterms:modified>
</cp:coreProperties>
</file>